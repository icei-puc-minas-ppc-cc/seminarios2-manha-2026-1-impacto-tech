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62500" cy="9753600"/>
  <p:notesSz cx="6858000" cy="9144000"/>
  <p:embeddedFontLst>
    <p:embeddedFont>
      <p:font typeface="Open Sans Bold" charset="1" panose="020B0806030504020204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01710" y="877961"/>
            <a:ext cx="5065430" cy="4261293"/>
          </a:xfrm>
          <a:custGeom>
            <a:avLst/>
            <a:gdLst/>
            <a:ahLst/>
            <a:cxnLst/>
            <a:rect r="r" b="b" t="t" l="l"/>
            <a:pathLst>
              <a:path h="4261293" w="5065430">
                <a:moveTo>
                  <a:pt x="0" y="0"/>
                </a:moveTo>
                <a:lnTo>
                  <a:pt x="5065430" y="0"/>
                </a:lnTo>
                <a:lnTo>
                  <a:pt x="5065430" y="4261293"/>
                </a:lnTo>
                <a:lnTo>
                  <a:pt x="0" y="4261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5360" y="4461369"/>
            <a:ext cx="994171" cy="238970"/>
            <a:chOff x="0" y="0"/>
            <a:chExt cx="276159" cy="66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54980" y="5123085"/>
            <a:ext cx="16558890" cy="239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7"/>
              </a:lnSpc>
            </a:pPr>
            <a:r>
              <a:rPr lang="en-US" sz="687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Domine a Máquina: Guia de maestria na Era de 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32323" y="7502226"/>
            <a:ext cx="9404205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consigo preservar e proteger minha mente e transformar o fluxo ao meu favor.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5360" y="4996111"/>
            <a:ext cx="994171" cy="238970"/>
            <a:chOff x="0" y="0"/>
            <a:chExt cx="276159" cy="663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975360" y="5235081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-10800000">
            <a:off x="15585560" y="5019769"/>
            <a:ext cx="907930" cy="238970"/>
            <a:chOff x="0" y="0"/>
            <a:chExt cx="252203" cy="66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15585560" y="4485028"/>
            <a:ext cx="907930" cy="238970"/>
            <a:chOff x="0" y="0"/>
            <a:chExt cx="252203" cy="66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13257223" y="5258739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75360" y="8539270"/>
            <a:ext cx="994171" cy="238970"/>
            <a:chOff x="0" y="0"/>
            <a:chExt cx="276159" cy="663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499319" y="8539270"/>
            <a:ext cx="994171" cy="238970"/>
            <a:chOff x="0" y="0"/>
            <a:chExt cx="276159" cy="663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734425" y="3006504"/>
            <a:ext cx="0" cy="5211263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13991" y="3135475"/>
            <a:ext cx="7739459" cy="5082292"/>
            <a:chOff x="0" y="0"/>
            <a:chExt cx="2149850" cy="14117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9850" cy="1411748"/>
            </a:xfrm>
            <a:custGeom>
              <a:avLst/>
              <a:gdLst/>
              <a:ahLst/>
              <a:cxnLst/>
              <a:rect r="r" b="b" t="t" l="l"/>
              <a:pathLst>
                <a:path h="1411748" w="2149850">
                  <a:moveTo>
                    <a:pt x="48015" y="0"/>
                  </a:moveTo>
                  <a:lnTo>
                    <a:pt x="2101834" y="0"/>
                  </a:lnTo>
                  <a:cubicBezTo>
                    <a:pt x="2114569" y="0"/>
                    <a:pt x="2126782" y="5059"/>
                    <a:pt x="2135786" y="14063"/>
                  </a:cubicBezTo>
                  <a:cubicBezTo>
                    <a:pt x="2144791" y="23068"/>
                    <a:pt x="2149850" y="35281"/>
                    <a:pt x="2149850" y="48015"/>
                  </a:cubicBezTo>
                  <a:lnTo>
                    <a:pt x="2149850" y="1363732"/>
                  </a:lnTo>
                  <a:cubicBezTo>
                    <a:pt x="2149850" y="1390251"/>
                    <a:pt x="2128353" y="1411748"/>
                    <a:pt x="2101834" y="1411748"/>
                  </a:cubicBezTo>
                  <a:lnTo>
                    <a:pt x="48015" y="1411748"/>
                  </a:lnTo>
                  <a:cubicBezTo>
                    <a:pt x="35281" y="1411748"/>
                    <a:pt x="23068" y="1406689"/>
                    <a:pt x="14063" y="1397684"/>
                  </a:cubicBezTo>
                  <a:cubicBezTo>
                    <a:pt x="5059" y="1388680"/>
                    <a:pt x="0" y="1376467"/>
                    <a:pt x="0" y="1363732"/>
                  </a:cubicBezTo>
                  <a:lnTo>
                    <a:pt x="0" y="48015"/>
                  </a:lnTo>
                  <a:cubicBezTo>
                    <a:pt x="0" y="35281"/>
                    <a:pt x="5059" y="23068"/>
                    <a:pt x="14063" y="14063"/>
                  </a:cubicBezTo>
                  <a:cubicBezTo>
                    <a:pt x="23068" y="5059"/>
                    <a:pt x="35281" y="0"/>
                    <a:pt x="48015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49850" cy="1449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4380" y="3402516"/>
            <a:ext cx="2364633" cy="2191871"/>
          </a:xfrm>
          <a:custGeom>
            <a:avLst/>
            <a:gdLst/>
            <a:ahLst/>
            <a:cxnLst/>
            <a:rect r="r" b="b" t="t" l="l"/>
            <a:pathLst>
              <a:path h="2191871" w="2364633">
                <a:moveTo>
                  <a:pt x="0" y="0"/>
                </a:moveTo>
                <a:lnTo>
                  <a:pt x="2364633" y="0"/>
                </a:lnTo>
                <a:lnTo>
                  <a:pt x="2364633" y="2191871"/>
                </a:lnTo>
                <a:lnTo>
                  <a:pt x="0" y="2191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915400" y="3135475"/>
            <a:ext cx="7739459" cy="5082292"/>
            <a:chOff x="0" y="0"/>
            <a:chExt cx="2149850" cy="14117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9850" cy="1411748"/>
            </a:xfrm>
            <a:custGeom>
              <a:avLst/>
              <a:gdLst/>
              <a:ahLst/>
              <a:cxnLst/>
              <a:rect r="r" b="b" t="t" l="l"/>
              <a:pathLst>
                <a:path h="1411748" w="2149850">
                  <a:moveTo>
                    <a:pt x="48015" y="0"/>
                  </a:moveTo>
                  <a:lnTo>
                    <a:pt x="2101834" y="0"/>
                  </a:lnTo>
                  <a:cubicBezTo>
                    <a:pt x="2114569" y="0"/>
                    <a:pt x="2126782" y="5059"/>
                    <a:pt x="2135786" y="14063"/>
                  </a:cubicBezTo>
                  <a:cubicBezTo>
                    <a:pt x="2144791" y="23068"/>
                    <a:pt x="2149850" y="35281"/>
                    <a:pt x="2149850" y="48015"/>
                  </a:cubicBezTo>
                  <a:lnTo>
                    <a:pt x="2149850" y="1363732"/>
                  </a:lnTo>
                  <a:cubicBezTo>
                    <a:pt x="2149850" y="1390251"/>
                    <a:pt x="2128353" y="1411748"/>
                    <a:pt x="2101834" y="1411748"/>
                  </a:cubicBezTo>
                  <a:lnTo>
                    <a:pt x="48015" y="1411748"/>
                  </a:lnTo>
                  <a:cubicBezTo>
                    <a:pt x="35281" y="1411748"/>
                    <a:pt x="23068" y="1406689"/>
                    <a:pt x="14063" y="1397684"/>
                  </a:cubicBezTo>
                  <a:cubicBezTo>
                    <a:pt x="5059" y="1388680"/>
                    <a:pt x="0" y="1376467"/>
                    <a:pt x="0" y="1363732"/>
                  </a:cubicBezTo>
                  <a:lnTo>
                    <a:pt x="0" y="48015"/>
                  </a:lnTo>
                  <a:cubicBezTo>
                    <a:pt x="0" y="35281"/>
                    <a:pt x="5059" y="23068"/>
                    <a:pt x="14063" y="14063"/>
                  </a:cubicBezTo>
                  <a:cubicBezTo>
                    <a:pt x="23068" y="5059"/>
                    <a:pt x="35281" y="0"/>
                    <a:pt x="48015" y="0"/>
                  </a:cubicBezTo>
                  <a:close/>
                </a:path>
              </a:pathLst>
            </a:custGeom>
            <a:solidFill>
              <a:srgbClr val="E25D57">
                <a:alpha val="4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49850" cy="1449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295145" y="3336097"/>
            <a:ext cx="2324709" cy="2324709"/>
          </a:xfrm>
          <a:custGeom>
            <a:avLst/>
            <a:gdLst/>
            <a:ahLst/>
            <a:cxnLst/>
            <a:rect r="r" b="b" t="t" l="l"/>
            <a:pathLst>
              <a:path h="2324709" w="2324709">
                <a:moveTo>
                  <a:pt x="0" y="0"/>
                </a:moveTo>
                <a:lnTo>
                  <a:pt x="2324710" y="0"/>
                </a:lnTo>
                <a:lnTo>
                  <a:pt x="2324710" y="2324709"/>
                </a:lnTo>
                <a:lnTo>
                  <a:pt x="0" y="23247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13991" y="2101496"/>
            <a:ext cx="994171" cy="238970"/>
            <a:chOff x="0" y="0"/>
            <a:chExt cx="276159" cy="663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13991" y="2340466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13991" y="8665442"/>
            <a:ext cx="994171" cy="238970"/>
            <a:chOff x="0" y="0"/>
            <a:chExt cx="276159" cy="66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13991" y="8904412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-10800000">
            <a:off x="15746930" y="2082446"/>
            <a:ext cx="907930" cy="238970"/>
            <a:chOff x="0" y="0"/>
            <a:chExt cx="252203" cy="663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 flipH="true">
            <a:off x="13418593" y="2321416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-10800000">
            <a:off x="15746930" y="8646392"/>
            <a:ext cx="907930" cy="238970"/>
            <a:chOff x="0" y="0"/>
            <a:chExt cx="252203" cy="663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13418593" y="8885362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894675" y="964651"/>
            <a:ext cx="15679499" cy="92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9"/>
              </a:lnSpc>
            </a:pPr>
            <a:r>
              <a:rPr lang="en-US" sz="54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Vocês possuem algo poderoso em suas mãos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12541" y="3367307"/>
            <a:ext cx="3539429" cy="222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6"/>
              </a:lnSpc>
            </a:pPr>
            <a:r>
              <a:rPr lang="en-US" sz="130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70%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8382" y="5746787"/>
            <a:ext cx="7180293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Estudantes do ensino médio já utilizam a inteligência artificial semanal ou até diariamente em suas tarefas escolares.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94983" y="6013231"/>
            <a:ext cx="718029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Nunca receberam nenhuma orientação pedagógica sobre o uso ético e crítico da ferramenta.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8742" y="3143284"/>
            <a:ext cx="4876117" cy="23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0"/>
              </a:lnSpc>
            </a:pPr>
            <a:r>
              <a:rPr lang="en-US" sz="13047" spc="-117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67,9%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420403" y="9079814"/>
            <a:ext cx="6628043" cy="412012"/>
            <a:chOff x="0" y="0"/>
            <a:chExt cx="1841123" cy="114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41123" cy="114448"/>
            </a:xfrm>
            <a:custGeom>
              <a:avLst/>
              <a:gdLst/>
              <a:ahLst/>
              <a:cxnLst/>
              <a:rect r="r" b="b" t="t" l="l"/>
              <a:pathLst>
                <a:path h="114448" w="1841123">
                  <a:moveTo>
                    <a:pt x="56067" y="0"/>
                  </a:moveTo>
                  <a:lnTo>
                    <a:pt x="1785057" y="0"/>
                  </a:lnTo>
                  <a:cubicBezTo>
                    <a:pt x="1816021" y="0"/>
                    <a:pt x="1841123" y="25102"/>
                    <a:pt x="1841123" y="56067"/>
                  </a:cubicBezTo>
                  <a:lnTo>
                    <a:pt x="1841123" y="58381"/>
                  </a:lnTo>
                  <a:cubicBezTo>
                    <a:pt x="1841123" y="73251"/>
                    <a:pt x="1835216" y="87512"/>
                    <a:pt x="1824702" y="98026"/>
                  </a:cubicBezTo>
                  <a:cubicBezTo>
                    <a:pt x="1814187" y="108541"/>
                    <a:pt x="1799926" y="114448"/>
                    <a:pt x="1785057" y="114448"/>
                  </a:cubicBezTo>
                  <a:lnTo>
                    <a:pt x="56067" y="114448"/>
                  </a:lnTo>
                  <a:cubicBezTo>
                    <a:pt x="41197" y="114448"/>
                    <a:pt x="26936" y="108541"/>
                    <a:pt x="16422" y="98026"/>
                  </a:cubicBezTo>
                  <a:cubicBezTo>
                    <a:pt x="5907" y="87512"/>
                    <a:pt x="0" y="73251"/>
                    <a:pt x="0" y="58381"/>
                  </a:cubicBezTo>
                  <a:lnTo>
                    <a:pt x="0" y="56067"/>
                  </a:lnTo>
                  <a:cubicBezTo>
                    <a:pt x="0" y="41197"/>
                    <a:pt x="5907" y="26936"/>
                    <a:pt x="16422" y="16422"/>
                  </a:cubicBezTo>
                  <a:cubicBezTo>
                    <a:pt x="26936" y="5907"/>
                    <a:pt x="41197" y="0"/>
                    <a:pt x="56067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841123" cy="152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4316" y="2762913"/>
            <a:ext cx="3740618" cy="4793636"/>
            <a:chOff x="0" y="0"/>
            <a:chExt cx="1039061" cy="1331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9061" cy="1331566"/>
            </a:xfrm>
            <a:custGeom>
              <a:avLst/>
              <a:gdLst/>
              <a:ahLst/>
              <a:cxnLst/>
              <a:rect r="r" b="b" t="t" l="l"/>
              <a:pathLst>
                <a:path h="1331566" w="1039061">
                  <a:moveTo>
                    <a:pt x="99345" y="0"/>
                  </a:moveTo>
                  <a:lnTo>
                    <a:pt x="939716" y="0"/>
                  </a:lnTo>
                  <a:cubicBezTo>
                    <a:pt x="966064" y="0"/>
                    <a:pt x="991332" y="10467"/>
                    <a:pt x="1009963" y="29098"/>
                  </a:cubicBezTo>
                  <a:cubicBezTo>
                    <a:pt x="1028594" y="47728"/>
                    <a:pt x="1039061" y="72997"/>
                    <a:pt x="1039061" y="99345"/>
                  </a:cubicBezTo>
                  <a:lnTo>
                    <a:pt x="1039061" y="1232220"/>
                  </a:lnTo>
                  <a:cubicBezTo>
                    <a:pt x="1039061" y="1287087"/>
                    <a:pt x="994582" y="1331566"/>
                    <a:pt x="939716" y="1331566"/>
                  </a:cubicBezTo>
                  <a:lnTo>
                    <a:pt x="99345" y="1331566"/>
                  </a:lnTo>
                  <a:cubicBezTo>
                    <a:pt x="44478" y="1331566"/>
                    <a:pt x="0" y="1287087"/>
                    <a:pt x="0" y="1232220"/>
                  </a:cubicBezTo>
                  <a:lnTo>
                    <a:pt x="0" y="99345"/>
                  </a:lnTo>
                  <a:cubicBezTo>
                    <a:pt x="0" y="44478"/>
                    <a:pt x="44478" y="0"/>
                    <a:pt x="99345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9061" cy="1369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01879" y="2762913"/>
            <a:ext cx="6671446" cy="4793636"/>
            <a:chOff x="0" y="0"/>
            <a:chExt cx="1853179" cy="1331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3180" cy="1331566"/>
            </a:xfrm>
            <a:custGeom>
              <a:avLst/>
              <a:gdLst/>
              <a:ahLst/>
              <a:cxnLst/>
              <a:rect r="r" b="b" t="t" l="l"/>
              <a:pathLst>
                <a:path h="1331566" w="1853180">
                  <a:moveTo>
                    <a:pt x="55702" y="0"/>
                  </a:moveTo>
                  <a:lnTo>
                    <a:pt x="1797478" y="0"/>
                  </a:lnTo>
                  <a:cubicBezTo>
                    <a:pt x="1812251" y="0"/>
                    <a:pt x="1826419" y="5869"/>
                    <a:pt x="1836865" y="16315"/>
                  </a:cubicBezTo>
                  <a:cubicBezTo>
                    <a:pt x="1847311" y="26761"/>
                    <a:pt x="1853180" y="40929"/>
                    <a:pt x="1853180" y="55702"/>
                  </a:cubicBezTo>
                  <a:lnTo>
                    <a:pt x="1853180" y="1275864"/>
                  </a:lnTo>
                  <a:cubicBezTo>
                    <a:pt x="1853180" y="1306627"/>
                    <a:pt x="1828241" y="1331566"/>
                    <a:pt x="1797478" y="1331566"/>
                  </a:cubicBezTo>
                  <a:lnTo>
                    <a:pt x="55702" y="1331566"/>
                  </a:lnTo>
                  <a:cubicBezTo>
                    <a:pt x="24939" y="1331566"/>
                    <a:pt x="0" y="1306627"/>
                    <a:pt x="0" y="1275864"/>
                  </a:cubicBezTo>
                  <a:lnTo>
                    <a:pt x="0" y="55702"/>
                  </a:lnTo>
                  <a:cubicBezTo>
                    <a:pt x="0" y="24939"/>
                    <a:pt x="24939" y="0"/>
                    <a:pt x="55702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53179" cy="1369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68675" y="2762913"/>
            <a:ext cx="3740618" cy="4793636"/>
            <a:chOff x="0" y="0"/>
            <a:chExt cx="1039061" cy="13315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9061" cy="1331566"/>
            </a:xfrm>
            <a:custGeom>
              <a:avLst/>
              <a:gdLst/>
              <a:ahLst/>
              <a:cxnLst/>
              <a:rect r="r" b="b" t="t" l="l"/>
              <a:pathLst>
                <a:path h="1331566" w="1039061">
                  <a:moveTo>
                    <a:pt x="99345" y="0"/>
                  </a:moveTo>
                  <a:lnTo>
                    <a:pt x="939716" y="0"/>
                  </a:lnTo>
                  <a:cubicBezTo>
                    <a:pt x="966064" y="0"/>
                    <a:pt x="991332" y="10467"/>
                    <a:pt x="1009963" y="29098"/>
                  </a:cubicBezTo>
                  <a:cubicBezTo>
                    <a:pt x="1028594" y="47728"/>
                    <a:pt x="1039061" y="72997"/>
                    <a:pt x="1039061" y="99345"/>
                  </a:cubicBezTo>
                  <a:lnTo>
                    <a:pt x="1039061" y="1232220"/>
                  </a:lnTo>
                  <a:cubicBezTo>
                    <a:pt x="1039061" y="1287087"/>
                    <a:pt x="994582" y="1331566"/>
                    <a:pt x="939716" y="1331566"/>
                  </a:cubicBezTo>
                  <a:lnTo>
                    <a:pt x="99345" y="1331566"/>
                  </a:lnTo>
                  <a:cubicBezTo>
                    <a:pt x="44478" y="1331566"/>
                    <a:pt x="0" y="1287087"/>
                    <a:pt x="0" y="1232220"/>
                  </a:cubicBezTo>
                  <a:lnTo>
                    <a:pt x="0" y="99345"/>
                  </a:lnTo>
                  <a:cubicBezTo>
                    <a:pt x="0" y="44478"/>
                    <a:pt x="44478" y="0"/>
                    <a:pt x="99345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9061" cy="1369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12852" y="3451488"/>
            <a:ext cx="3043545" cy="2208668"/>
          </a:xfrm>
          <a:custGeom>
            <a:avLst/>
            <a:gdLst/>
            <a:ahLst/>
            <a:cxnLst/>
            <a:rect r="r" b="b" t="t" l="l"/>
            <a:pathLst>
              <a:path h="2208668" w="3043545">
                <a:moveTo>
                  <a:pt x="0" y="0"/>
                </a:moveTo>
                <a:lnTo>
                  <a:pt x="3043545" y="0"/>
                </a:lnTo>
                <a:lnTo>
                  <a:pt x="3043545" y="2208668"/>
                </a:lnTo>
                <a:lnTo>
                  <a:pt x="0" y="220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60547" y="3349328"/>
            <a:ext cx="2947755" cy="2790960"/>
          </a:xfrm>
          <a:custGeom>
            <a:avLst/>
            <a:gdLst/>
            <a:ahLst/>
            <a:cxnLst/>
            <a:rect r="r" b="b" t="t" l="l"/>
            <a:pathLst>
              <a:path h="2790960" w="2947755">
                <a:moveTo>
                  <a:pt x="0" y="0"/>
                </a:moveTo>
                <a:lnTo>
                  <a:pt x="2947756" y="0"/>
                </a:lnTo>
                <a:lnTo>
                  <a:pt x="2947756" y="2790959"/>
                </a:lnTo>
                <a:lnTo>
                  <a:pt x="0" y="279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87545" y="3349328"/>
            <a:ext cx="1902878" cy="2451014"/>
          </a:xfrm>
          <a:custGeom>
            <a:avLst/>
            <a:gdLst/>
            <a:ahLst/>
            <a:cxnLst/>
            <a:rect r="r" b="b" t="t" l="l"/>
            <a:pathLst>
              <a:path h="2451014" w="1902878">
                <a:moveTo>
                  <a:pt x="0" y="0"/>
                </a:moveTo>
                <a:lnTo>
                  <a:pt x="1902878" y="0"/>
                </a:lnTo>
                <a:lnTo>
                  <a:pt x="1902878" y="2451014"/>
                </a:lnTo>
                <a:lnTo>
                  <a:pt x="0" y="24510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40305" y="4744808"/>
            <a:ext cx="1600670" cy="526766"/>
          </a:xfrm>
          <a:custGeom>
            <a:avLst/>
            <a:gdLst/>
            <a:ahLst/>
            <a:cxnLst/>
            <a:rect r="r" b="b" t="t" l="l"/>
            <a:pathLst>
              <a:path h="526766" w="1600670">
                <a:moveTo>
                  <a:pt x="0" y="0"/>
                </a:moveTo>
                <a:lnTo>
                  <a:pt x="1600670" y="0"/>
                </a:lnTo>
                <a:lnTo>
                  <a:pt x="1600670" y="526765"/>
                </a:lnTo>
                <a:lnTo>
                  <a:pt x="0" y="5267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85676" y="851535"/>
            <a:ext cx="15679499" cy="107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9"/>
              </a:lnSpc>
            </a:pPr>
            <a:r>
              <a:rPr lang="en-US" sz="62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Funcionamento da IA: ela pensa?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945" y="6083137"/>
            <a:ext cx="341136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Seus comandos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(prompts)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57274" y="6083137"/>
            <a:ext cx="6360655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Caixa de Probabilidades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(encontra o próximo padrão)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33304" y="6083137"/>
            <a:ext cx="341136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texto ou imagem final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720665" y="4876800"/>
            <a:ext cx="1600670" cy="526766"/>
          </a:xfrm>
          <a:custGeom>
            <a:avLst/>
            <a:gdLst/>
            <a:ahLst/>
            <a:cxnLst/>
            <a:rect r="r" b="b" t="t" l="l"/>
            <a:pathLst>
              <a:path h="526766" w="1600670">
                <a:moveTo>
                  <a:pt x="0" y="0"/>
                </a:moveTo>
                <a:lnTo>
                  <a:pt x="1600670" y="0"/>
                </a:lnTo>
                <a:lnTo>
                  <a:pt x="1600670" y="526766"/>
                </a:lnTo>
                <a:lnTo>
                  <a:pt x="0" y="526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flipV="true">
            <a:off x="612728" y="1929961"/>
            <a:ext cx="13058353" cy="1905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4953406" y="2743365"/>
            <a:ext cx="0" cy="1713783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4953406" y="5660156"/>
            <a:ext cx="0" cy="1713783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2521000" y="2844443"/>
            <a:ext cx="0" cy="1713783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2521000" y="5761235"/>
            <a:ext cx="0" cy="1713783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813991" y="8665442"/>
            <a:ext cx="994171" cy="238970"/>
            <a:chOff x="0" y="0"/>
            <a:chExt cx="276159" cy="663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813991" y="8904412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-10800000">
            <a:off x="15746930" y="8646392"/>
            <a:ext cx="907930" cy="238970"/>
            <a:chOff x="0" y="0"/>
            <a:chExt cx="252203" cy="663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 flipH="true">
            <a:off x="13418593" y="8885362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5360" y="779432"/>
            <a:ext cx="15679499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Paradoxo Digital: O conforto que atrofia a mente. </a:t>
            </a:r>
          </a:p>
        </p:txBody>
      </p:sp>
      <p:sp>
        <p:nvSpPr>
          <p:cNvPr name="AutoShape 3" id="3"/>
          <p:cNvSpPr/>
          <p:nvPr/>
        </p:nvSpPr>
        <p:spPr>
          <a:xfrm>
            <a:off x="975360" y="1591156"/>
            <a:ext cx="15518130" cy="110203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75360" y="2896716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068212" y="3096741"/>
            <a:ext cx="6586647" cy="2036716"/>
            <a:chOff x="0" y="0"/>
            <a:chExt cx="1829624" cy="5657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9624" cy="565754"/>
            </a:xfrm>
            <a:custGeom>
              <a:avLst/>
              <a:gdLst/>
              <a:ahLst/>
              <a:cxnLst/>
              <a:rect r="r" b="b" t="t" l="l"/>
              <a:pathLst>
                <a:path h="565754" w="1829624">
                  <a:moveTo>
                    <a:pt x="56419" y="0"/>
                  </a:moveTo>
                  <a:lnTo>
                    <a:pt x="1773205" y="0"/>
                  </a:lnTo>
                  <a:cubicBezTo>
                    <a:pt x="1788168" y="0"/>
                    <a:pt x="1802519" y="5944"/>
                    <a:pt x="1813099" y="16525"/>
                  </a:cubicBezTo>
                  <a:cubicBezTo>
                    <a:pt x="1823680" y="27105"/>
                    <a:pt x="1829624" y="41456"/>
                    <a:pt x="1829624" y="56419"/>
                  </a:cubicBezTo>
                  <a:lnTo>
                    <a:pt x="1829624" y="509335"/>
                  </a:lnTo>
                  <a:cubicBezTo>
                    <a:pt x="1829624" y="524299"/>
                    <a:pt x="1823680" y="538649"/>
                    <a:pt x="1813099" y="549230"/>
                  </a:cubicBezTo>
                  <a:cubicBezTo>
                    <a:pt x="1802519" y="559810"/>
                    <a:pt x="1788168" y="565754"/>
                    <a:pt x="1773205" y="565754"/>
                  </a:cubicBezTo>
                  <a:lnTo>
                    <a:pt x="56419" y="565754"/>
                  </a:lnTo>
                  <a:cubicBezTo>
                    <a:pt x="25260" y="565754"/>
                    <a:pt x="0" y="540495"/>
                    <a:pt x="0" y="509335"/>
                  </a:cubicBezTo>
                  <a:lnTo>
                    <a:pt x="0" y="56419"/>
                  </a:lnTo>
                  <a:cubicBezTo>
                    <a:pt x="0" y="41456"/>
                    <a:pt x="5944" y="27105"/>
                    <a:pt x="16525" y="16525"/>
                  </a:cubicBezTo>
                  <a:cubicBezTo>
                    <a:pt x="27105" y="5944"/>
                    <a:pt x="41456" y="0"/>
                    <a:pt x="56419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9624" cy="6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68212" y="5262303"/>
            <a:ext cx="6586647" cy="2036716"/>
            <a:chOff x="0" y="0"/>
            <a:chExt cx="1829624" cy="5657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9624" cy="565754"/>
            </a:xfrm>
            <a:custGeom>
              <a:avLst/>
              <a:gdLst/>
              <a:ahLst/>
              <a:cxnLst/>
              <a:rect r="r" b="b" t="t" l="l"/>
              <a:pathLst>
                <a:path h="565754" w="1829624">
                  <a:moveTo>
                    <a:pt x="56419" y="0"/>
                  </a:moveTo>
                  <a:lnTo>
                    <a:pt x="1773205" y="0"/>
                  </a:lnTo>
                  <a:cubicBezTo>
                    <a:pt x="1788168" y="0"/>
                    <a:pt x="1802519" y="5944"/>
                    <a:pt x="1813099" y="16525"/>
                  </a:cubicBezTo>
                  <a:cubicBezTo>
                    <a:pt x="1823680" y="27105"/>
                    <a:pt x="1829624" y="41456"/>
                    <a:pt x="1829624" y="56419"/>
                  </a:cubicBezTo>
                  <a:lnTo>
                    <a:pt x="1829624" y="509335"/>
                  </a:lnTo>
                  <a:cubicBezTo>
                    <a:pt x="1829624" y="524299"/>
                    <a:pt x="1823680" y="538649"/>
                    <a:pt x="1813099" y="549230"/>
                  </a:cubicBezTo>
                  <a:cubicBezTo>
                    <a:pt x="1802519" y="559810"/>
                    <a:pt x="1788168" y="565754"/>
                    <a:pt x="1773205" y="565754"/>
                  </a:cubicBezTo>
                  <a:lnTo>
                    <a:pt x="56419" y="565754"/>
                  </a:lnTo>
                  <a:cubicBezTo>
                    <a:pt x="25260" y="565754"/>
                    <a:pt x="0" y="540495"/>
                    <a:pt x="0" y="509335"/>
                  </a:cubicBezTo>
                  <a:lnTo>
                    <a:pt x="0" y="56419"/>
                  </a:lnTo>
                  <a:cubicBezTo>
                    <a:pt x="0" y="41456"/>
                    <a:pt x="5944" y="27105"/>
                    <a:pt x="16525" y="16525"/>
                  </a:cubicBezTo>
                  <a:cubicBezTo>
                    <a:pt x="27105" y="5944"/>
                    <a:pt x="41456" y="0"/>
                    <a:pt x="56419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29624" cy="6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57955" y="7692866"/>
            <a:ext cx="6586647" cy="1415778"/>
            <a:chOff x="0" y="0"/>
            <a:chExt cx="1829624" cy="393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9624" cy="393272"/>
            </a:xfrm>
            <a:custGeom>
              <a:avLst/>
              <a:gdLst/>
              <a:ahLst/>
              <a:cxnLst/>
              <a:rect r="r" b="b" t="t" l="l"/>
              <a:pathLst>
                <a:path h="393272" w="1829624">
                  <a:moveTo>
                    <a:pt x="56419" y="0"/>
                  </a:moveTo>
                  <a:lnTo>
                    <a:pt x="1773205" y="0"/>
                  </a:lnTo>
                  <a:cubicBezTo>
                    <a:pt x="1788168" y="0"/>
                    <a:pt x="1802519" y="5944"/>
                    <a:pt x="1813099" y="16525"/>
                  </a:cubicBezTo>
                  <a:cubicBezTo>
                    <a:pt x="1823680" y="27105"/>
                    <a:pt x="1829624" y="41456"/>
                    <a:pt x="1829624" y="56419"/>
                  </a:cubicBezTo>
                  <a:lnTo>
                    <a:pt x="1829624" y="336853"/>
                  </a:lnTo>
                  <a:cubicBezTo>
                    <a:pt x="1829624" y="368012"/>
                    <a:pt x="1804364" y="393272"/>
                    <a:pt x="1773205" y="393272"/>
                  </a:cubicBezTo>
                  <a:lnTo>
                    <a:pt x="56419" y="393272"/>
                  </a:lnTo>
                  <a:cubicBezTo>
                    <a:pt x="41456" y="393272"/>
                    <a:pt x="27105" y="387327"/>
                    <a:pt x="16525" y="376747"/>
                  </a:cubicBezTo>
                  <a:cubicBezTo>
                    <a:pt x="5944" y="366166"/>
                    <a:pt x="0" y="351816"/>
                    <a:pt x="0" y="336853"/>
                  </a:cubicBezTo>
                  <a:lnTo>
                    <a:pt x="0" y="56419"/>
                  </a:lnTo>
                  <a:cubicBezTo>
                    <a:pt x="0" y="41456"/>
                    <a:pt x="5944" y="27105"/>
                    <a:pt x="16525" y="16525"/>
                  </a:cubicBezTo>
                  <a:cubicBezTo>
                    <a:pt x="27105" y="5944"/>
                    <a:pt x="41456" y="0"/>
                    <a:pt x="56419" y="0"/>
                  </a:cubicBezTo>
                  <a:close/>
                </a:path>
              </a:pathLst>
            </a:custGeom>
            <a:solidFill>
              <a:srgbClr val="E22D2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9624" cy="431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68212" y="7582238"/>
            <a:ext cx="6586647" cy="1415778"/>
            <a:chOff x="0" y="0"/>
            <a:chExt cx="1829624" cy="3932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9624" cy="393272"/>
            </a:xfrm>
            <a:custGeom>
              <a:avLst/>
              <a:gdLst/>
              <a:ahLst/>
              <a:cxnLst/>
              <a:rect r="r" b="b" t="t" l="l"/>
              <a:pathLst>
                <a:path h="393272" w="1829624">
                  <a:moveTo>
                    <a:pt x="56419" y="0"/>
                  </a:moveTo>
                  <a:lnTo>
                    <a:pt x="1773205" y="0"/>
                  </a:lnTo>
                  <a:cubicBezTo>
                    <a:pt x="1788168" y="0"/>
                    <a:pt x="1802519" y="5944"/>
                    <a:pt x="1813099" y="16525"/>
                  </a:cubicBezTo>
                  <a:cubicBezTo>
                    <a:pt x="1823680" y="27105"/>
                    <a:pt x="1829624" y="41456"/>
                    <a:pt x="1829624" y="56419"/>
                  </a:cubicBezTo>
                  <a:lnTo>
                    <a:pt x="1829624" y="336853"/>
                  </a:lnTo>
                  <a:cubicBezTo>
                    <a:pt x="1829624" y="368012"/>
                    <a:pt x="1804364" y="393272"/>
                    <a:pt x="1773205" y="393272"/>
                  </a:cubicBezTo>
                  <a:lnTo>
                    <a:pt x="56419" y="393272"/>
                  </a:lnTo>
                  <a:cubicBezTo>
                    <a:pt x="41456" y="393272"/>
                    <a:pt x="27105" y="387327"/>
                    <a:pt x="16525" y="376747"/>
                  </a:cubicBezTo>
                  <a:cubicBezTo>
                    <a:pt x="5944" y="366166"/>
                    <a:pt x="0" y="351816"/>
                    <a:pt x="0" y="336853"/>
                  </a:cubicBezTo>
                  <a:lnTo>
                    <a:pt x="0" y="56419"/>
                  </a:lnTo>
                  <a:cubicBezTo>
                    <a:pt x="0" y="41456"/>
                    <a:pt x="5944" y="27105"/>
                    <a:pt x="16525" y="16525"/>
                  </a:cubicBezTo>
                  <a:cubicBezTo>
                    <a:pt x="27105" y="5944"/>
                    <a:pt x="41456" y="0"/>
                    <a:pt x="56419" y="0"/>
                  </a:cubicBezTo>
                  <a:close/>
                </a:path>
              </a:pathLst>
            </a:custGeom>
            <a:solidFill>
              <a:srgbClr val="E25D57"/>
            </a:solidFill>
            <a:ln w="66675" cap="rnd">
              <a:solidFill>
                <a:srgbClr val="E22D25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29624" cy="431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29210" y="3752099"/>
            <a:ext cx="7868003" cy="5025471"/>
          </a:xfrm>
          <a:custGeom>
            <a:avLst/>
            <a:gdLst/>
            <a:ahLst/>
            <a:cxnLst/>
            <a:rect r="r" b="b" t="t" l="l"/>
            <a:pathLst>
              <a:path h="5025471" w="7868003">
                <a:moveTo>
                  <a:pt x="0" y="0"/>
                </a:moveTo>
                <a:lnTo>
                  <a:pt x="7868003" y="0"/>
                </a:lnTo>
                <a:lnTo>
                  <a:pt x="7868003" y="5025471"/>
                </a:lnTo>
                <a:lnTo>
                  <a:pt x="0" y="502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5360" y="1748319"/>
            <a:ext cx="1551813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uso sem mediação cria o risco do "descarregamento cognitivo", fenômeno em que o aluno terceiriza o raciocínio e atrofia a própria capacidade de pensamento autônomo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2408" y="4087496"/>
            <a:ext cx="6051082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dos Usuários frequentes sentem mais dificuldade de resolver problemas sozinhos.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42408" y="3303374"/>
            <a:ext cx="1875130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58,1%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42408" y="6298578"/>
            <a:ext cx="6051082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sentem perda na capacidade de memória e retenção.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42408" y="5514457"/>
            <a:ext cx="1875130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62,4%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79973" y="7765637"/>
            <a:ext cx="3931265" cy="116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468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Quem está exercitando?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5360" y="1773958"/>
            <a:ext cx="7550309" cy="7004282"/>
            <a:chOff x="0" y="0"/>
            <a:chExt cx="2097308" cy="1945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308" cy="1945634"/>
            </a:xfrm>
            <a:custGeom>
              <a:avLst/>
              <a:gdLst/>
              <a:ahLst/>
              <a:cxnLst/>
              <a:rect r="r" b="b" t="t" l="l"/>
              <a:pathLst>
                <a:path h="1945634" w="2097308">
                  <a:moveTo>
                    <a:pt x="49218" y="0"/>
                  </a:moveTo>
                  <a:lnTo>
                    <a:pt x="2048090" y="0"/>
                  </a:lnTo>
                  <a:cubicBezTo>
                    <a:pt x="2075272" y="0"/>
                    <a:pt x="2097308" y="22036"/>
                    <a:pt x="2097308" y="49218"/>
                  </a:cubicBezTo>
                  <a:lnTo>
                    <a:pt x="2097308" y="1896416"/>
                  </a:lnTo>
                  <a:cubicBezTo>
                    <a:pt x="2097308" y="1909469"/>
                    <a:pt x="2092122" y="1921988"/>
                    <a:pt x="2082892" y="1931218"/>
                  </a:cubicBezTo>
                  <a:cubicBezTo>
                    <a:pt x="2073662" y="1940448"/>
                    <a:pt x="2061143" y="1945634"/>
                    <a:pt x="2048090" y="1945634"/>
                  </a:cubicBezTo>
                  <a:lnTo>
                    <a:pt x="49218" y="1945634"/>
                  </a:lnTo>
                  <a:cubicBezTo>
                    <a:pt x="22036" y="1945634"/>
                    <a:pt x="0" y="1923598"/>
                    <a:pt x="0" y="1896416"/>
                  </a:cubicBezTo>
                  <a:lnTo>
                    <a:pt x="0" y="49218"/>
                  </a:lnTo>
                  <a:cubicBezTo>
                    <a:pt x="0" y="22036"/>
                    <a:pt x="22036" y="0"/>
                    <a:pt x="49218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97308" cy="1983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94777" y="751288"/>
            <a:ext cx="15679499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Consumidor Passivo a Gerenciador</a:t>
            </a:r>
          </a:p>
        </p:txBody>
      </p:sp>
      <p:sp>
        <p:nvSpPr>
          <p:cNvPr name="AutoShape 6" id="6"/>
          <p:cNvSpPr/>
          <p:nvPr/>
        </p:nvSpPr>
        <p:spPr>
          <a:xfrm>
            <a:off x="894777" y="1563013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75461" y="9071643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862598" y="1773958"/>
            <a:ext cx="7550309" cy="7004282"/>
            <a:chOff x="0" y="0"/>
            <a:chExt cx="2097308" cy="1945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7308" cy="1945634"/>
            </a:xfrm>
            <a:custGeom>
              <a:avLst/>
              <a:gdLst/>
              <a:ahLst/>
              <a:cxnLst/>
              <a:rect r="r" b="b" t="t" l="l"/>
              <a:pathLst>
                <a:path h="1945634" w="2097308">
                  <a:moveTo>
                    <a:pt x="49218" y="0"/>
                  </a:moveTo>
                  <a:lnTo>
                    <a:pt x="2048090" y="0"/>
                  </a:lnTo>
                  <a:cubicBezTo>
                    <a:pt x="2075272" y="0"/>
                    <a:pt x="2097308" y="22036"/>
                    <a:pt x="2097308" y="49218"/>
                  </a:cubicBezTo>
                  <a:lnTo>
                    <a:pt x="2097308" y="1896416"/>
                  </a:lnTo>
                  <a:cubicBezTo>
                    <a:pt x="2097308" y="1909469"/>
                    <a:pt x="2092122" y="1921988"/>
                    <a:pt x="2082892" y="1931218"/>
                  </a:cubicBezTo>
                  <a:cubicBezTo>
                    <a:pt x="2073662" y="1940448"/>
                    <a:pt x="2061143" y="1945634"/>
                    <a:pt x="2048090" y="1945634"/>
                  </a:cubicBezTo>
                  <a:lnTo>
                    <a:pt x="49218" y="1945634"/>
                  </a:lnTo>
                  <a:cubicBezTo>
                    <a:pt x="22036" y="1945634"/>
                    <a:pt x="0" y="1923598"/>
                    <a:pt x="0" y="1896416"/>
                  </a:cubicBezTo>
                  <a:lnTo>
                    <a:pt x="0" y="49218"/>
                  </a:lnTo>
                  <a:cubicBezTo>
                    <a:pt x="0" y="22036"/>
                    <a:pt x="22036" y="0"/>
                    <a:pt x="49218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97308" cy="1983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050466" y="2197917"/>
            <a:ext cx="3174573" cy="2499255"/>
          </a:xfrm>
          <a:custGeom>
            <a:avLst/>
            <a:gdLst/>
            <a:ahLst/>
            <a:cxnLst/>
            <a:rect r="r" b="b" t="t" l="l"/>
            <a:pathLst>
              <a:path h="2499255" w="3174573">
                <a:moveTo>
                  <a:pt x="0" y="0"/>
                </a:moveTo>
                <a:lnTo>
                  <a:pt x="3174573" y="0"/>
                </a:lnTo>
                <a:lnTo>
                  <a:pt x="3174573" y="2499255"/>
                </a:lnTo>
                <a:lnTo>
                  <a:pt x="0" y="2499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61332" y="2358362"/>
            <a:ext cx="2178365" cy="2178365"/>
          </a:xfrm>
          <a:custGeom>
            <a:avLst/>
            <a:gdLst/>
            <a:ahLst/>
            <a:cxnLst/>
            <a:rect r="r" b="b" t="t" l="l"/>
            <a:pathLst>
              <a:path h="2178365" w="2178365">
                <a:moveTo>
                  <a:pt x="0" y="0"/>
                </a:moveTo>
                <a:lnTo>
                  <a:pt x="2178365" y="0"/>
                </a:lnTo>
                <a:lnTo>
                  <a:pt x="2178365" y="2178365"/>
                </a:lnTo>
                <a:lnTo>
                  <a:pt x="0" y="2178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90745" y="4819650"/>
            <a:ext cx="6119538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Uso passivo da IA: gera respostas prontas, mantém a dependência e reduz o pensamento crítico.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Quando usada de forma passiva, a IA limita o crescimento e cria dependência.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IA como muleta: velocidade sem profundidade.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5140" y="4819650"/>
            <a:ext cx="6725225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Uso ativo da IA: estimula aprendizado, criatividade e autonomia intelectual.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Quando usada de forma ativa, a IA amplia habilidades e fortalece o aprendizado.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 IA como parceira: construção de ideias e desenvolvimento pessoal.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7852" y="2149901"/>
            <a:ext cx="3728215" cy="5124564"/>
            <a:chOff x="0" y="0"/>
            <a:chExt cx="1035615" cy="1423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615" cy="1423490"/>
            </a:xfrm>
            <a:custGeom>
              <a:avLst/>
              <a:gdLst/>
              <a:ahLst/>
              <a:cxnLst/>
              <a:rect r="r" b="b" t="t" l="l"/>
              <a:pathLst>
                <a:path h="1423490" w="1035615">
                  <a:moveTo>
                    <a:pt x="99676" y="0"/>
                  </a:moveTo>
                  <a:lnTo>
                    <a:pt x="935940" y="0"/>
                  </a:lnTo>
                  <a:cubicBezTo>
                    <a:pt x="962375" y="0"/>
                    <a:pt x="987728" y="10502"/>
                    <a:pt x="1006421" y="29194"/>
                  </a:cubicBezTo>
                  <a:cubicBezTo>
                    <a:pt x="1025114" y="47887"/>
                    <a:pt x="1035615" y="73240"/>
                    <a:pt x="1035615" y="99676"/>
                  </a:cubicBezTo>
                  <a:lnTo>
                    <a:pt x="1035615" y="1323814"/>
                  </a:lnTo>
                  <a:cubicBezTo>
                    <a:pt x="1035615" y="1378864"/>
                    <a:pt x="990989" y="1423490"/>
                    <a:pt x="935940" y="1423490"/>
                  </a:cubicBezTo>
                  <a:lnTo>
                    <a:pt x="99676" y="1423490"/>
                  </a:lnTo>
                  <a:cubicBezTo>
                    <a:pt x="44626" y="1423490"/>
                    <a:pt x="0" y="1378864"/>
                    <a:pt x="0" y="1323814"/>
                  </a:cubicBezTo>
                  <a:lnTo>
                    <a:pt x="0" y="99676"/>
                  </a:lnTo>
                  <a:cubicBezTo>
                    <a:pt x="0" y="73240"/>
                    <a:pt x="10502" y="47887"/>
                    <a:pt x="29194" y="29194"/>
                  </a:cubicBezTo>
                  <a:cubicBezTo>
                    <a:pt x="47887" y="10502"/>
                    <a:pt x="73240" y="0"/>
                    <a:pt x="99676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5615" cy="1461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59271" y="1836615"/>
            <a:ext cx="7550309" cy="6001766"/>
            <a:chOff x="0" y="0"/>
            <a:chExt cx="2097308" cy="16671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308" cy="1667157"/>
            </a:xfrm>
            <a:custGeom>
              <a:avLst/>
              <a:gdLst/>
              <a:ahLst/>
              <a:cxnLst/>
              <a:rect r="r" b="b" t="t" l="l"/>
              <a:pathLst>
                <a:path h="1667157" w="2097308">
                  <a:moveTo>
                    <a:pt x="49218" y="0"/>
                  </a:moveTo>
                  <a:lnTo>
                    <a:pt x="2048090" y="0"/>
                  </a:lnTo>
                  <a:cubicBezTo>
                    <a:pt x="2075272" y="0"/>
                    <a:pt x="2097308" y="22036"/>
                    <a:pt x="2097308" y="49218"/>
                  </a:cubicBezTo>
                  <a:lnTo>
                    <a:pt x="2097308" y="1617939"/>
                  </a:lnTo>
                  <a:cubicBezTo>
                    <a:pt x="2097308" y="1630993"/>
                    <a:pt x="2092122" y="1643511"/>
                    <a:pt x="2082892" y="1652742"/>
                  </a:cubicBezTo>
                  <a:cubicBezTo>
                    <a:pt x="2073662" y="1661972"/>
                    <a:pt x="2061143" y="1667157"/>
                    <a:pt x="2048090" y="1667157"/>
                  </a:cubicBezTo>
                  <a:lnTo>
                    <a:pt x="49218" y="1667157"/>
                  </a:lnTo>
                  <a:cubicBezTo>
                    <a:pt x="22036" y="1667157"/>
                    <a:pt x="0" y="1645121"/>
                    <a:pt x="0" y="1617939"/>
                  </a:cubicBezTo>
                  <a:lnTo>
                    <a:pt x="0" y="49218"/>
                  </a:lnTo>
                  <a:cubicBezTo>
                    <a:pt x="0" y="22036"/>
                    <a:pt x="22036" y="0"/>
                    <a:pt x="49218" y="0"/>
                  </a:cubicBezTo>
                  <a:close/>
                </a:path>
              </a:pathLst>
            </a:custGeom>
            <a:solidFill>
              <a:srgbClr val="E25D57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97308" cy="170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49136" y="2314518"/>
            <a:ext cx="3728215" cy="5124564"/>
            <a:chOff x="0" y="0"/>
            <a:chExt cx="1035615" cy="1423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5615" cy="1423490"/>
            </a:xfrm>
            <a:custGeom>
              <a:avLst/>
              <a:gdLst/>
              <a:ahLst/>
              <a:cxnLst/>
              <a:rect r="r" b="b" t="t" l="l"/>
              <a:pathLst>
                <a:path h="1423490" w="1035615">
                  <a:moveTo>
                    <a:pt x="99676" y="0"/>
                  </a:moveTo>
                  <a:lnTo>
                    <a:pt x="935940" y="0"/>
                  </a:lnTo>
                  <a:cubicBezTo>
                    <a:pt x="962375" y="0"/>
                    <a:pt x="987728" y="10502"/>
                    <a:pt x="1006421" y="29194"/>
                  </a:cubicBezTo>
                  <a:cubicBezTo>
                    <a:pt x="1025114" y="47887"/>
                    <a:pt x="1035615" y="73240"/>
                    <a:pt x="1035615" y="99676"/>
                  </a:cubicBezTo>
                  <a:lnTo>
                    <a:pt x="1035615" y="1323814"/>
                  </a:lnTo>
                  <a:cubicBezTo>
                    <a:pt x="1035615" y="1378864"/>
                    <a:pt x="990989" y="1423490"/>
                    <a:pt x="935940" y="1423490"/>
                  </a:cubicBezTo>
                  <a:lnTo>
                    <a:pt x="99676" y="1423490"/>
                  </a:lnTo>
                  <a:cubicBezTo>
                    <a:pt x="44626" y="1423490"/>
                    <a:pt x="0" y="1378864"/>
                    <a:pt x="0" y="1323814"/>
                  </a:cubicBezTo>
                  <a:lnTo>
                    <a:pt x="0" y="99676"/>
                  </a:lnTo>
                  <a:cubicBezTo>
                    <a:pt x="0" y="73240"/>
                    <a:pt x="10502" y="47887"/>
                    <a:pt x="29194" y="29194"/>
                  </a:cubicBezTo>
                  <a:cubicBezTo>
                    <a:pt x="47887" y="10502"/>
                    <a:pt x="73240" y="0"/>
                    <a:pt x="99676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5615" cy="1461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741484" y="3793244"/>
            <a:ext cx="2063568" cy="2191047"/>
          </a:xfrm>
          <a:custGeom>
            <a:avLst/>
            <a:gdLst/>
            <a:ahLst/>
            <a:cxnLst/>
            <a:rect r="r" b="b" t="t" l="l"/>
            <a:pathLst>
              <a:path h="2191047" w="2063568">
                <a:moveTo>
                  <a:pt x="0" y="0"/>
                </a:moveTo>
                <a:lnTo>
                  <a:pt x="2063568" y="0"/>
                </a:lnTo>
                <a:lnTo>
                  <a:pt x="2063568" y="2191047"/>
                </a:lnTo>
                <a:lnTo>
                  <a:pt x="0" y="219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3571" y="3571350"/>
            <a:ext cx="2683629" cy="2634836"/>
          </a:xfrm>
          <a:custGeom>
            <a:avLst/>
            <a:gdLst/>
            <a:ahLst/>
            <a:cxnLst/>
            <a:rect r="r" b="b" t="t" l="l"/>
            <a:pathLst>
              <a:path h="2634836" w="2683629">
                <a:moveTo>
                  <a:pt x="0" y="0"/>
                </a:moveTo>
                <a:lnTo>
                  <a:pt x="2683629" y="0"/>
                </a:lnTo>
                <a:lnTo>
                  <a:pt x="2683629" y="2634835"/>
                </a:lnTo>
                <a:lnTo>
                  <a:pt x="0" y="2634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89463">
            <a:off x="7881031" y="3085786"/>
            <a:ext cx="2605489" cy="2581803"/>
          </a:xfrm>
          <a:custGeom>
            <a:avLst/>
            <a:gdLst/>
            <a:ahLst/>
            <a:cxnLst/>
            <a:rect r="r" b="b" t="t" l="l"/>
            <a:pathLst>
              <a:path h="2581803" w="2605489">
                <a:moveTo>
                  <a:pt x="0" y="0"/>
                </a:moveTo>
                <a:lnTo>
                  <a:pt x="2605489" y="0"/>
                </a:lnTo>
                <a:lnTo>
                  <a:pt x="2605489" y="2581803"/>
                </a:lnTo>
                <a:lnTo>
                  <a:pt x="0" y="25818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10272" y="3863364"/>
            <a:ext cx="1627329" cy="2120927"/>
          </a:xfrm>
          <a:custGeom>
            <a:avLst/>
            <a:gdLst/>
            <a:ahLst/>
            <a:cxnLst/>
            <a:rect r="r" b="b" t="t" l="l"/>
            <a:pathLst>
              <a:path h="2120927" w="1627329">
                <a:moveTo>
                  <a:pt x="0" y="0"/>
                </a:moveTo>
                <a:lnTo>
                  <a:pt x="1627330" y="0"/>
                </a:lnTo>
                <a:lnTo>
                  <a:pt x="1627330" y="2120927"/>
                </a:lnTo>
                <a:lnTo>
                  <a:pt x="0" y="21209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97852" y="667745"/>
            <a:ext cx="15679499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Dica 1: Seja o Auditor da 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1737" y="2421206"/>
            <a:ext cx="3440444" cy="58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3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Rascunho bruto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53046" y="2421206"/>
            <a:ext cx="3440444" cy="58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9"/>
              </a:lnSpc>
            </a:pPr>
            <a:r>
              <a:rPr lang="en-US" sz="33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Obra Final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3571" y="6718594"/>
            <a:ext cx="255677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IA gera a base.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94880" y="6718594"/>
            <a:ext cx="255677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Autoria Humana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9239" y="6623743"/>
            <a:ext cx="6736725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Edição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Crítica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Identificar furos, checar fatos, injetar sua própria voz e discordar da máquina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95020" y="2164252"/>
            <a:ext cx="3440444" cy="58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9"/>
              </a:lnSpc>
            </a:pPr>
            <a:r>
              <a:rPr lang="en-US" sz="33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(Você)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5023" y="8280549"/>
            <a:ext cx="15451753" cy="977177"/>
            <a:chOff x="0" y="0"/>
            <a:chExt cx="4292154" cy="2714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92154" cy="271438"/>
            </a:xfrm>
            <a:custGeom>
              <a:avLst/>
              <a:gdLst/>
              <a:ahLst/>
              <a:cxnLst/>
              <a:rect r="r" b="b" t="t" l="l"/>
              <a:pathLst>
                <a:path h="271438" w="4292154">
                  <a:moveTo>
                    <a:pt x="24050" y="0"/>
                  </a:moveTo>
                  <a:lnTo>
                    <a:pt x="4268104" y="0"/>
                  </a:lnTo>
                  <a:cubicBezTo>
                    <a:pt x="4281386" y="0"/>
                    <a:pt x="4292154" y="10767"/>
                    <a:pt x="4292154" y="24050"/>
                  </a:cubicBezTo>
                  <a:lnTo>
                    <a:pt x="4292154" y="247388"/>
                  </a:lnTo>
                  <a:cubicBezTo>
                    <a:pt x="4292154" y="253767"/>
                    <a:pt x="4289620" y="259884"/>
                    <a:pt x="4285109" y="264394"/>
                  </a:cubicBezTo>
                  <a:cubicBezTo>
                    <a:pt x="4280599" y="268904"/>
                    <a:pt x="4274482" y="271438"/>
                    <a:pt x="4268104" y="271438"/>
                  </a:cubicBezTo>
                  <a:lnTo>
                    <a:pt x="24050" y="271438"/>
                  </a:lnTo>
                  <a:cubicBezTo>
                    <a:pt x="10767" y="271438"/>
                    <a:pt x="0" y="260670"/>
                    <a:pt x="0" y="247388"/>
                  </a:cubicBezTo>
                  <a:lnTo>
                    <a:pt x="0" y="24050"/>
                  </a:lnTo>
                  <a:cubicBezTo>
                    <a:pt x="0" y="10767"/>
                    <a:pt x="10767" y="0"/>
                    <a:pt x="24050" y="0"/>
                  </a:cubicBezTo>
                  <a:close/>
                </a:path>
              </a:pathLst>
            </a:custGeom>
            <a:solidFill>
              <a:srgbClr val="E22D2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292154" cy="309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1737" y="8190806"/>
            <a:ext cx="15451753" cy="977177"/>
            <a:chOff x="0" y="0"/>
            <a:chExt cx="4292154" cy="2714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92154" cy="271438"/>
            </a:xfrm>
            <a:custGeom>
              <a:avLst/>
              <a:gdLst/>
              <a:ahLst/>
              <a:cxnLst/>
              <a:rect r="r" b="b" t="t" l="l"/>
              <a:pathLst>
                <a:path h="271438" w="4292154">
                  <a:moveTo>
                    <a:pt x="24050" y="0"/>
                  </a:moveTo>
                  <a:lnTo>
                    <a:pt x="4268104" y="0"/>
                  </a:lnTo>
                  <a:cubicBezTo>
                    <a:pt x="4281386" y="0"/>
                    <a:pt x="4292154" y="10767"/>
                    <a:pt x="4292154" y="24050"/>
                  </a:cubicBezTo>
                  <a:lnTo>
                    <a:pt x="4292154" y="247388"/>
                  </a:lnTo>
                  <a:cubicBezTo>
                    <a:pt x="4292154" y="253767"/>
                    <a:pt x="4289620" y="259884"/>
                    <a:pt x="4285109" y="264394"/>
                  </a:cubicBezTo>
                  <a:cubicBezTo>
                    <a:pt x="4280599" y="268904"/>
                    <a:pt x="4274482" y="271438"/>
                    <a:pt x="4268104" y="271438"/>
                  </a:cubicBezTo>
                  <a:lnTo>
                    <a:pt x="24050" y="271438"/>
                  </a:lnTo>
                  <a:cubicBezTo>
                    <a:pt x="10767" y="271438"/>
                    <a:pt x="0" y="260670"/>
                    <a:pt x="0" y="247388"/>
                  </a:cubicBezTo>
                  <a:lnTo>
                    <a:pt x="0" y="24050"/>
                  </a:lnTo>
                  <a:cubicBezTo>
                    <a:pt x="0" y="10767"/>
                    <a:pt x="10767" y="0"/>
                    <a:pt x="24050" y="0"/>
                  </a:cubicBezTo>
                  <a:close/>
                </a:path>
              </a:pathLst>
            </a:custGeom>
            <a:solidFill>
              <a:srgbClr val="E25D57"/>
            </a:solidFill>
            <a:ln w="57150" cap="rnd">
              <a:solidFill>
                <a:srgbClr val="E22D25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92154" cy="309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012972" y="8430146"/>
            <a:ext cx="9442907" cy="6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479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Percebe que se tornou seu?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894777" y="1563013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975360" y="7800281"/>
            <a:ext cx="994171" cy="238970"/>
            <a:chOff x="0" y="0"/>
            <a:chExt cx="276159" cy="663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975360" y="8039251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-10800000">
            <a:off x="15585560" y="7819331"/>
            <a:ext cx="907930" cy="238970"/>
            <a:chOff x="0" y="0"/>
            <a:chExt cx="252203" cy="6638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13257223" y="8058301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8161" y="2199439"/>
            <a:ext cx="6805513" cy="6059021"/>
          </a:xfrm>
          <a:custGeom>
            <a:avLst/>
            <a:gdLst/>
            <a:ahLst/>
            <a:cxnLst/>
            <a:rect r="r" b="b" t="t" l="l"/>
            <a:pathLst>
              <a:path h="6059021" w="6805513">
                <a:moveTo>
                  <a:pt x="0" y="0"/>
                </a:moveTo>
                <a:lnTo>
                  <a:pt x="6805513" y="0"/>
                </a:lnTo>
                <a:lnTo>
                  <a:pt x="6805513" y="6059022"/>
                </a:lnTo>
                <a:lnTo>
                  <a:pt x="0" y="605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rnd">
            <a:solidFill>
              <a:srgbClr val="E25D57"/>
            </a:solidFill>
            <a:prstDash val="solid"/>
            <a:round/>
          </a:ln>
        </p:spPr>
      </p:sp>
      <p:sp>
        <p:nvSpPr>
          <p:cNvPr name="AutoShape 3" id="3"/>
          <p:cNvSpPr/>
          <p:nvPr/>
        </p:nvSpPr>
        <p:spPr>
          <a:xfrm flipV="true">
            <a:off x="894777" y="1563013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13991" y="8665442"/>
            <a:ext cx="994171" cy="238970"/>
            <a:chOff x="0" y="0"/>
            <a:chExt cx="276159" cy="663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813991" y="8904412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-10800000">
            <a:off x="15746930" y="8646392"/>
            <a:ext cx="907930" cy="238970"/>
            <a:chOff x="0" y="0"/>
            <a:chExt cx="252203" cy="663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H="true">
            <a:off x="13418593" y="8885362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831020" y="4286616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831020" y="6411097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8274640" y="3188638"/>
            <a:ext cx="721759" cy="0"/>
          </a:xfrm>
          <a:prstGeom prst="line">
            <a:avLst/>
          </a:prstGeom>
          <a:ln cap="flat" w="38100">
            <a:solidFill>
              <a:srgbClr val="E25D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293442" y="5384595"/>
            <a:ext cx="1674637" cy="1905"/>
          </a:xfrm>
          <a:prstGeom prst="line">
            <a:avLst/>
          </a:prstGeom>
          <a:ln cap="flat" w="38100">
            <a:solidFill>
              <a:srgbClr val="E25D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816832" y="7223286"/>
            <a:ext cx="2151013" cy="19050"/>
          </a:xfrm>
          <a:prstGeom prst="line">
            <a:avLst/>
          </a:prstGeom>
          <a:ln cap="flat" w="38100">
            <a:solidFill>
              <a:srgbClr val="E25D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899582" y="7180624"/>
            <a:ext cx="123424" cy="1234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5D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97852" y="667745"/>
            <a:ext cx="15679499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Dica 2: Parceiro de Brainstorming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34492" y="2557384"/>
            <a:ext cx="6736725" cy="130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“Dê-me 10 abordagens diferentes para meu trabalho de História”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(IA gera em volume)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34492" y="4753341"/>
            <a:ext cx="6736725" cy="130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Corte ideias óbvias e genéricas.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Misture uma ideia com outra.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(A remizagem)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34492" y="6806345"/>
            <a:ext cx="6736725" cy="8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Sua ideia, refinada pela sua curadoria, pronta para começar.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18548" y="5332366"/>
            <a:ext cx="104458" cy="10445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5D5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18548" y="3136409"/>
            <a:ext cx="104458" cy="10445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5D5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94777" y="1563013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94777" y="1879201"/>
            <a:ext cx="7604490" cy="5766543"/>
            <a:chOff x="0" y="0"/>
            <a:chExt cx="2112358" cy="1601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12358" cy="1601818"/>
            </a:xfrm>
            <a:custGeom>
              <a:avLst/>
              <a:gdLst/>
              <a:ahLst/>
              <a:cxnLst/>
              <a:rect r="r" b="b" t="t" l="l"/>
              <a:pathLst>
                <a:path h="1601818" w="2112358">
                  <a:moveTo>
                    <a:pt x="26470" y="0"/>
                  </a:moveTo>
                  <a:lnTo>
                    <a:pt x="2085889" y="0"/>
                  </a:lnTo>
                  <a:cubicBezTo>
                    <a:pt x="2100507" y="0"/>
                    <a:pt x="2112358" y="11851"/>
                    <a:pt x="2112358" y="26470"/>
                  </a:cubicBezTo>
                  <a:lnTo>
                    <a:pt x="2112358" y="1575348"/>
                  </a:lnTo>
                  <a:cubicBezTo>
                    <a:pt x="2112358" y="1582368"/>
                    <a:pt x="2109570" y="1589101"/>
                    <a:pt x="2104606" y="1594065"/>
                  </a:cubicBezTo>
                  <a:cubicBezTo>
                    <a:pt x="2099642" y="1599029"/>
                    <a:pt x="2092909" y="1601818"/>
                    <a:pt x="2085889" y="1601818"/>
                  </a:cubicBezTo>
                  <a:lnTo>
                    <a:pt x="26470" y="1601818"/>
                  </a:lnTo>
                  <a:cubicBezTo>
                    <a:pt x="19450" y="1601818"/>
                    <a:pt x="12717" y="1599029"/>
                    <a:pt x="7753" y="1594065"/>
                  </a:cubicBezTo>
                  <a:cubicBezTo>
                    <a:pt x="2789" y="1589101"/>
                    <a:pt x="0" y="1582368"/>
                    <a:pt x="0" y="1575348"/>
                  </a:cubicBezTo>
                  <a:lnTo>
                    <a:pt x="0" y="26470"/>
                  </a:lnTo>
                  <a:cubicBezTo>
                    <a:pt x="0" y="19450"/>
                    <a:pt x="2789" y="12717"/>
                    <a:pt x="7753" y="7753"/>
                  </a:cubicBezTo>
                  <a:cubicBezTo>
                    <a:pt x="12717" y="2789"/>
                    <a:pt x="19450" y="0"/>
                    <a:pt x="26470" y="0"/>
                  </a:cubicBezTo>
                  <a:close/>
                </a:path>
              </a:pathLst>
            </a:custGeom>
            <a:solidFill>
              <a:srgbClr val="EFE3D4"/>
            </a:solidFill>
            <a:ln w="47625" cap="rnd">
              <a:solidFill>
                <a:srgbClr val="E25D5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12358" cy="1639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8284579">
            <a:off x="6676582" y="6085580"/>
            <a:ext cx="851223" cy="1463040"/>
            <a:chOff x="0" y="0"/>
            <a:chExt cx="4064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698500"/>
            </a:xfrm>
            <a:custGeom>
              <a:avLst/>
              <a:gdLst/>
              <a:ahLst/>
              <a:cxnLst/>
              <a:rect r="r" b="b" t="t" l="l"/>
              <a:pathLst>
                <a:path h="698500" w="406400">
                  <a:moveTo>
                    <a:pt x="203200" y="0"/>
                  </a:moveTo>
                  <a:cubicBezTo>
                    <a:pt x="291903" y="131958"/>
                    <a:pt x="406400" y="350283"/>
                    <a:pt x="406400" y="500407"/>
                  </a:cubicBezTo>
                  <a:cubicBezTo>
                    <a:pt x="406400" y="609740"/>
                    <a:pt x="315340" y="698500"/>
                    <a:pt x="203200" y="698500"/>
                  </a:cubicBezTo>
                  <a:cubicBezTo>
                    <a:pt x="91054" y="698497"/>
                    <a:pt x="0" y="609738"/>
                    <a:pt x="0" y="500407"/>
                  </a:cubicBezTo>
                  <a:cubicBezTo>
                    <a:pt x="0" y="350284"/>
                    <a:pt x="238670" y="218427"/>
                    <a:pt x="203200" y="0"/>
                  </a:cubicBez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540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897852" y="2799132"/>
            <a:ext cx="7601415" cy="0"/>
          </a:xfrm>
          <a:prstGeom prst="line">
            <a:avLst/>
          </a:prstGeom>
          <a:ln cap="flat" w="38100">
            <a:solidFill>
              <a:srgbClr val="E25D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747962" y="5455279"/>
            <a:ext cx="5347728" cy="1274392"/>
            <a:chOff x="0" y="0"/>
            <a:chExt cx="1485480" cy="3539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5480" cy="353998"/>
            </a:xfrm>
            <a:custGeom>
              <a:avLst/>
              <a:gdLst/>
              <a:ahLst/>
              <a:cxnLst/>
              <a:rect r="r" b="b" t="t" l="l"/>
              <a:pathLst>
                <a:path h="353998" w="1485480">
                  <a:moveTo>
                    <a:pt x="69490" y="0"/>
                  </a:moveTo>
                  <a:lnTo>
                    <a:pt x="1415990" y="0"/>
                  </a:lnTo>
                  <a:cubicBezTo>
                    <a:pt x="1434420" y="0"/>
                    <a:pt x="1452095" y="7321"/>
                    <a:pt x="1465127" y="20353"/>
                  </a:cubicBezTo>
                  <a:cubicBezTo>
                    <a:pt x="1478159" y="33385"/>
                    <a:pt x="1485480" y="51060"/>
                    <a:pt x="1485480" y="69490"/>
                  </a:cubicBezTo>
                  <a:lnTo>
                    <a:pt x="1485480" y="284508"/>
                  </a:lnTo>
                  <a:cubicBezTo>
                    <a:pt x="1485480" y="302938"/>
                    <a:pt x="1478159" y="320613"/>
                    <a:pt x="1465127" y="333645"/>
                  </a:cubicBezTo>
                  <a:cubicBezTo>
                    <a:pt x="1452095" y="346677"/>
                    <a:pt x="1434420" y="353998"/>
                    <a:pt x="1415990" y="353998"/>
                  </a:cubicBezTo>
                  <a:lnTo>
                    <a:pt x="69490" y="353998"/>
                  </a:lnTo>
                  <a:cubicBezTo>
                    <a:pt x="31112" y="353998"/>
                    <a:pt x="0" y="322886"/>
                    <a:pt x="0" y="284508"/>
                  </a:cubicBezTo>
                  <a:lnTo>
                    <a:pt x="0" y="69490"/>
                  </a:lnTo>
                  <a:cubicBezTo>
                    <a:pt x="0" y="51060"/>
                    <a:pt x="7321" y="33385"/>
                    <a:pt x="20353" y="20353"/>
                  </a:cubicBezTo>
                  <a:cubicBezTo>
                    <a:pt x="33385" y="7321"/>
                    <a:pt x="51060" y="0"/>
                    <a:pt x="69490" y="0"/>
                  </a:cubicBez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85480" cy="392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97852" y="667745"/>
            <a:ext cx="15679499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Dica 3: Exija Explicações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91850" y="2066149"/>
            <a:ext cx="4810343" cy="58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3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Seco e Muito Ambíguo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16655" y="5575585"/>
            <a:ext cx="481034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EFE3D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Escreva um resumo sobre a 2ª Guerra Mundial.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72861" y="1879201"/>
            <a:ext cx="7604490" cy="5766543"/>
            <a:chOff x="0" y="0"/>
            <a:chExt cx="2112358" cy="1601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2358" cy="1601818"/>
            </a:xfrm>
            <a:custGeom>
              <a:avLst/>
              <a:gdLst/>
              <a:ahLst/>
              <a:cxnLst/>
              <a:rect r="r" b="b" t="t" l="l"/>
              <a:pathLst>
                <a:path h="1601818" w="2112358">
                  <a:moveTo>
                    <a:pt x="26470" y="0"/>
                  </a:moveTo>
                  <a:lnTo>
                    <a:pt x="2085889" y="0"/>
                  </a:lnTo>
                  <a:cubicBezTo>
                    <a:pt x="2100507" y="0"/>
                    <a:pt x="2112358" y="11851"/>
                    <a:pt x="2112358" y="26470"/>
                  </a:cubicBezTo>
                  <a:lnTo>
                    <a:pt x="2112358" y="1575348"/>
                  </a:lnTo>
                  <a:cubicBezTo>
                    <a:pt x="2112358" y="1582368"/>
                    <a:pt x="2109570" y="1589101"/>
                    <a:pt x="2104606" y="1594065"/>
                  </a:cubicBezTo>
                  <a:cubicBezTo>
                    <a:pt x="2099642" y="1599029"/>
                    <a:pt x="2092909" y="1601818"/>
                    <a:pt x="2085889" y="1601818"/>
                  </a:cubicBezTo>
                  <a:lnTo>
                    <a:pt x="26470" y="1601818"/>
                  </a:lnTo>
                  <a:cubicBezTo>
                    <a:pt x="19450" y="1601818"/>
                    <a:pt x="12717" y="1599029"/>
                    <a:pt x="7753" y="1594065"/>
                  </a:cubicBezTo>
                  <a:cubicBezTo>
                    <a:pt x="2789" y="1589101"/>
                    <a:pt x="0" y="1582368"/>
                    <a:pt x="0" y="1575348"/>
                  </a:cubicBezTo>
                  <a:lnTo>
                    <a:pt x="0" y="26470"/>
                  </a:lnTo>
                  <a:cubicBezTo>
                    <a:pt x="0" y="19450"/>
                    <a:pt x="2789" y="12717"/>
                    <a:pt x="7753" y="7753"/>
                  </a:cubicBezTo>
                  <a:cubicBezTo>
                    <a:pt x="12717" y="2789"/>
                    <a:pt x="19450" y="0"/>
                    <a:pt x="26470" y="0"/>
                  </a:cubicBezTo>
                  <a:close/>
                </a:path>
              </a:pathLst>
            </a:custGeom>
            <a:solidFill>
              <a:srgbClr val="EFE3D4"/>
            </a:solidFill>
            <a:ln w="47625" cap="rnd">
              <a:solidFill>
                <a:srgbClr val="E25D57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12358" cy="1639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8975936" y="2799132"/>
            <a:ext cx="7601415" cy="0"/>
          </a:xfrm>
          <a:prstGeom prst="line">
            <a:avLst/>
          </a:prstGeom>
          <a:ln cap="flat" w="38100">
            <a:solidFill>
              <a:srgbClr val="E25D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370201" y="3551607"/>
            <a:ext cx="6809811" cy="3401059"/>
            <a:chOff x="0" y="0"/>
            <a:chExt cx="1891614" cy="9447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91614" cy="944739"/>
            </a:xfrm>
            <a:custGeom>
              <a:avLst/>
              <a:gdLst/>
              <a:ahLst/>
              <a:cxnLst/>
              <a:rect r="r" b="b" t="t" l="l"/>
              <a:pathLst>
                <a:path h="944739" w="1891614">
                  <a:moveTo>
                    <a:pt x="54570" y="0"/>
                  </a:moveTo>
                  <a:lnTo>
                    <a:pt x="1837044" y="0"/>
                  </a:lnTo>
                  <a:cubicBezTo>
                    <a:pt x="1851517" y="0"/>
                    <a:pt x="1865397" y="5749"/>
                    <a:pt x="1875631" y="15983"/>
                  </a:cubicBezTo>
                  <a:cubicBezTo>
                    <a:pt x="1885865" y="26217"/>
                    <a:pt x="1891614" y="40097"/>
                    <a:pt x="1891614" y="54570"/>
                  </a:cubicBezTo>
                  <a:lnTo>
                    <a:pt x="1891614" y="890168"/>
                  </a:lnTo>
                  <a:cubicBezTo>
                    <a:pt x="1891614" y="904641"/>
                    <a:pt x="1885865" y="918521"/>
                    <a:pt x="1875631" y="928755"/>
                  </a:cubicBezTo>
                  <a:cubicBezTo>
                    <a:pt x="1865397" y="938989"/>
                    <a:pt x="1851517" y="944739"/>
                    <a:pt x="1837044" y="944739"/>
                  </a:cubicBezTo>
                  <a:lnTo>
                    <a:pt x="54570" y="944739"/>
                  </a:lnTo>
                  <a:cubicBezTo>
                    <a:pt x="40097" y="944739"/>
                    <a:pt x="26217" y="938989"/>
                    <a:pt x="15983" y="928755"/>
                  </a:cubicBezTo>
                  <a:cubicBezTo>
                    <a:pt x="5749" y="918521"/>
                    <a:pt x="0" y="904641"/>
                    <a:pt x="0" y="890168"/>
                  </a:cubicBezTo>
                  <a:lnTo>
                    <a:pt x="0" y="54570"/>
                  </a:lnTo>
                  <a:cubicBezTo>
                    <a:pt x="0" y="40097"/>
                    <a:pt x="5749" y="26217"/>
                    <a:pt x="15983" y="15983"/>
                  </a:cubicBezTo>
                  <a:cubicBezTo>
                    <a:pt x="26217" y="5749"/>
                    <a:pt x="40097" y="0"/>
                    <a:pt x="54570" y="0"/>
                  </a:cubicBez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91614" cy="982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60434" y="2066149"/>
            <a:ext cx="4429343" cy="58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3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sz="33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efinido e Assertivo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4726" y="3744647"/>
            <a:ext cx="5740760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EFE3D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Atue como meu professor. Me faça 3 perguntas difíceis sobre a 2ª Guerra Mundial. Avalie minhas respostas e me dê dicas de onde errei, mas NUNCA me dê a resposta final.</a:t>
            </a:r>
          </a:p>
        </p:txBody>
      </p:sp>
      <p:grpSp>
        <p:nvGrpSpPr>
          <p:cNvPr name="Group 25" id="25"/>
          <p:cNvGrpSpPr/>
          <p:nvPr/>
        </p:nvGrpSpPr>
        <p:grpSpPr>
          <a:xfrm rot="8284579">
            <a:off x="14754666" y="6085580"/>
            <a:ext cx="851223" cy="1463040"/>
            <a:chOff x="0" y="0"/>
            <a:chExt cx="4064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400" cy="698500"/>
            </a:xfrm>
            <a:custGeom>
              <a:avLst/>
              <a:gdLst/>
              <a:ahLst/>
              <a:cxnLst/>
              <a:rect r="r" b="b" t="t" l="l"/>
              <a:pathLst>
                <a:path h="698500" w="406400">
                  <a:moveTo>
                    <a:pt x="203200" y="0"/>
                  </a:moveTo>
                  <a:cubicBezTo>
                    <a:pt x="291903" y="131958"/>
                    <a:pt x="406400" y="350283"/>
                    <a:pt x="406400" y="500407"/>
                  </a:cubicBezTo>
                  <a:cubicBezTo>
                    <a:pt x="406400" y="609740"/>
                    <a:pt x="315340" y="698500"/>
                    <a:pt x="203200" y="698500"/>
                  </a:cubicBezTo>
                  <a:cubicBezTo>
                    <a:pt x="91054" y="698497"/>
                    <a:pt x="0" y="609738"/>
                    <a:pt x="0" y="500407"/>
                  </a:cubicBezTo>
                  <a:cubicBezTo>
                    <a:pt x="0" y="350284"/>
                    <a:pt x="238670" y="218427"/>
                    <a:pt x="203200" y="0"/>
                  </a:cubicBez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540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5023" y="8280549"/>
            <a:ext cx="15451753" cy="977177"/>
            <a:chOff x="0" y="0"/>
            <a:chExt cx="4292154" cy="271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92154" cy="271438"/>
            </a:xfrm>
            <a:custGeom>
              <a:avLst/>
              <a:gdLst/>
              <a:ahLst/>
              <a:cxnLst/>
              <a:rect r="r" b="b" t="t" l="l"/>
              <a:pathLst>
                <a:path h="271438" w="4292154">
                  <a:moveTo>
                    <a:pt x="24050" y="0"/>
                  </a:moveTo>
                  <a:lnTo>
                    <a:pt x="4268104" y="0"/>
                  </a:lnTo>
                  <a:cubicBezTo>
                    <a:pt x="4281386" y="0"/>
                    <a:pt x="4292154" y="10767"/>
                    <a:pt x="4292154" y="24050"/>
                  </a:cubicBezTo>
                  <a:lnTo>
                    <a:pt x="4292154" y="247388"/>
                  </a:lnTo>
                  <a:cubicBezTo>
                    <a:pt x="4292154" y="253767"/>
                    <a:pt x="4289620" y="259884"/>
                    <a:pt x="4285109" y="264394"/>
                  </a:cubicBezTo>
                  <a:cubicBezTo>
                    <a:pt x="4280599" y="268904"/>
                    <a:pt x="4274482" y="271438"/>
                    <a:pt x="4268104" y="271438"/>
                  </a:cubicBezTo>
                  <a:lnTo>
                    <a:pt x="24050" y="271438"/>
                  </a:lnTo>
                  <a:cubicBezTo>
                    <a:pt x="10767" y="271438"/>
                    <a:pt x="0" y="260670"/>
                    <a:pt x="0" y="247388"/>
                  </a:cubicBezTo>
                  <a:lnTo>
                    <a:pt x="0" y="24050"/>
                  </a:lnTo>
                  <a:cubicBezTo>
                    <a:pt x="0" y="10767"/>
                    <a:pt x="10767" y="0"/>
                    <a:pt x="24050" y="0"/>
                  </a:cubicBezTo>
                  <a:close/>
                </a:path>
              </a:pathLst>
            </a:custGeom>
            <a:solidFill>
              <a:srgbClr val="E22D2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292154" cy="309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1737" y="8190806"/>
            <a:ext cx="15451753" cy="977177"/>
            <a:chOff x="0" y="0"/>
            <a:chExt cx="4292154" cy="2714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2154" cy="271438"/>
            </a:xfrm>
            <a:custGeom>
              <a:avLst/>
              <a:gdLst/>
              <a:ahLst/>
              <a:cxnLst/>
              <a:rect r="r" b="b" t="t" l="l"/>
              <a:pathLst>
                <a:path h="271438" w="4292154">
                  <a:moveTo>
                    <a:pt x="24050" y="0"/>
                  </a:moveTo>
                  <a:lnTo>
                    <a:pt x="4268104" y="0"/>
                  </a:lnTo>
                  <a:cubicBezTo>
                    <a:pt x="4281386" y="0"/>
                    <a:pt x="4292154" y="10767"/>
                    <a:pt x="4292154" y="24050"/>
                  </a:cubicBezTo>
                  <a:lnTo>
                    <a:pt x="4292154" y="247388"/>
                  </a:lnTo>
                  <a:cubicBezTo>
                    <a:pt x="4292154" y="253767"/>
                    <a:pt x="4289620" y="259884"/>
                    <a:pt x="4285109" y="264394"/>
                  </a:cubicBezTo>
                  <a:cubicBezTo>
                    <a:pt x="4280599" y="268904"/>
                    <a:pt x="4274482" y="271438"/>
                    <a:pt x="4268104" y="271438"/>
                  </a:cubicBezTo>
                  <a:lnTo>
                    <a:pt x="24050" y="271438"/>
                  </a:lnTo>
                  <a:cubicBezTo>
                    <a:pt x="10767" y="271438"/>
                    <a:pt x="0" y="260670"/>
                    <a:pt x="0" y="247388"/>
                  </a:cubicBezTo>
                  <a:lnTo>
                    <a:pt x="0" y="24050"/>
                  </a:lnTo>
                  <a:cubicBezTo>
                    <a:pt x="0" y="10767"/>
                    <a:pt x="10767" y="0"/>
                    <a:pt x="24050" y="0"/>
                  </a:cubicBezTo>
                  <a:close/>
                </a:path>
              </a:pathLst>
            </a:custGeom>
            <a:solidFill>
              <a:srgbClr val="E25D57"/>
            </a:solidFill>
            <a:ln w="57150" cap="rnd">
              <a:solidFill>
                <a:srgbClr val="E22D25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92154" cy="309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012972" y="8430146"/>
            <a:ext cx="9442907" cy="6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479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cada um resulta?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94777" y="1563013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97852" y="667745"/>
            <a:ext cx="15679499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Dica 4: Cuidado com as alucinações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5252" y="2142013"/>
            <a:ext cx="8666518" cy="5962571"/>
            <a:chOff x="0" y="0"/>
            <a:chExt cx="2407366" cy="1656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7366" cy="1656270"/>
            </a:xfrm>
            <a:custGeom>
              <a:avLst/>
              <a:gdLst/>
              <a:ahLst/>
              <a:cxnLst/>
              <a:rect r="r" b="b" t="t" l="l"/>
              <a:pathLst>
                <a:path h="1656270" w="2407366">
                  <a:moveTo>
                    <a:pt x="23226" y="0"/>
                  </a:moveTo>
                  <a:lnTo>
                    <a:pt x="2384140" y="0"/>
                  </a:lnTo>
                  <a:cubicBezTo>
                    <a:pt x="2390300" y="0"/>
                    <a:pt x="2396207" y="2447"/>
                    <a:pt x="2400563" y="6803"/>
                  </a:cubicBezTo>
                  <a:cubicBezTo>
                    <a:pt x="2404919" y="11159"/>
                    <a:pt x="2407366" y="17066"/>
                    <a:pt x="2407366" y="23226"/>
                  </a:cubicBezTo>
                  <a:lnTo>
                    <a:pt x="2407366" y="1633044"/>
                  </a:lnTo>
                  <a:cubicBezTo>
                    <a:pt x="2407366" y="1639203"/>
                    <a:pt x="2404919" y="1645111"/>
                    <a:pt x="2400563" y="1649467"/>
                  </a:cubicBezTo>
                  <a:cubicBezTo>
                    <a:pt x="2396207" y="1653823"/>
                    <a:pt x="2390300" y="1656270"/>
                    <a:pt x="2384140" y="1656270"/>
                  </a:cubicBezTo>
                  <a:lnTo>
                    <a:pt x="23226" y="1656270"/>
                  </a:lnTo>
                  <a:cubicBezTo>
                    <a:pt x="17066" y="1656270"/>
                    <a:pt x="11159" y="1653823"/>
                    <a:pt x="6803" y="1649467"/>
                  </a:cubicBezTo>
                  <a:cubicBezTo>
                    <a:pt x="2447" y="1645111"/>
                    <a:pt x="0" y="1639203"/>
                    <a:pt x="0" y="1633044"/>
                  </a:cubicBezTo>
                  <a:lnTo>
                    <a:pt x="0" y="23226"/>
                  </a:lnTo>
                  <a:cubicBezTo>
                    <a:pt x="0" y="17066"/>
                    <a:pt x="2447" y="11159"/>
                    <a:pt x="6803" y="6803"/>
                  </a:cubicBezTo>
                  <a:cubicBezTo>
                    <a:pt x="11159" y="2447"/>
                    <a:pt x="17066" y="0"/>
                    <a:pt x="23226" y="0"/>
                  </a:cubicBezTo>
                  <a:close/>
                </a:path>
              </a:pathLst>
            </a:custGeom>
            <a:solidFill>
              <a:srgbClr val="EFE3D4"/>
            </a:solidFill>
            <a:ln w="47625" cap="rnd">
              <a:solidFill>
                <a:srgbClr val="B8C5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7366" cy="1694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94777" y="2554753"/>
            <a:ext cx="7947468" cy="506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37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“...O conflito também provocou mudanças econômicas significativas, especialmente na Europa. Alguns historiadores afirmam que o </a:t>
            </a:r>
            <a:r>
              <a:rPr lang="en-US" sz="3775">
                <a:solidFill>
                  <a:srgbClr val="E22D25"/>
                </a:solidFill>
                <a:latin typeface="Open Sans"/>
                <a:ea typeface="Open Sans"/>
                <a:cs typeface="Open Sans"/>
                <a:sym typeface="Open Sans"/>
              </a:rPr>
              <a:t>muro de Berlim começou a ser construído ainda nos últimos anos da guerra, como forma de impedir o avanço das tropas soviéticas sobre a Alemanha Ocidental</a:t>
            </a:r>
            <a:r>
              <a:rPr lang="en-US" sz="37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...”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7670" y="2287367"/>
            <a:ext cx="6705820" cy="152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37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IAs generativas costumam “chutar” a resposta em casos de incerteza.</a:t>
            </a:r>
          </a:p>
        </p:txBody>
      </p:sp>
      <p:sp>
        <p:nvSpPr>
          <p:cNvPr name="AutoShape 9" id="9"/>
          <p:cNvSpPr/>
          <p:nvPr/>
        </p:nvSpPr>
        <p:spPr>
          <a:xfrm>
            <a:off x="11288162" y="4167538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787670" y="5174506"/>
            <a:ext cx="6705820" cy="304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5048" indent="-407524" lvl="1">
              <a:lnSpc>
                <a:spcPts val="4039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Fornecer o material de busca.  </a:t>
            </a:r>
          </a:p>
          <a:p>
            <a:pPr algn="l" marL="815048" indent="-407524" lvl="1">
              <a:lnSpc>
                <a:spcPts val="4039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Confrontar as referências de onde veio a informação.  </a:t>
            </a:r>
          </a:p>
          <a:p>
            <a:pPr algn="l" marL="815048" indent="-407524" lvl="1">
              <a:lnSpc>
                <a:spcPts val="4039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Peça para não inventar.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87670" y="4210381"/>
            <a:ext cx="5043217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Como remediar?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3991" y="8665442"/>
            <a:ext cx="994171" cy="238970"/>
            <a:chOff x="0" y="0"/>
            <a:chExt cx="276159" cy="66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13991" y="8904412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-10800000">
            <a:off x="15746930" y="8646392"/>
            <a:ext cx="907930" cy="238970"/>
            <a:chOff x="0" y="0"/>
            <a:chExt cx="252203" cy="663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13418593" y="8885362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94777" y="1563013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7379986" y="3716211"/>
            <a:ext cx="2108587" cy="15713"/>
          </a:xfrm>
          <a:prstGeom prst="line">
            <a:avLst/>
          </a:prstGeom>
          <a:ln cap="flat" w="28575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87815" y="5630832"/>
            <a:ext cx="6718726" cy="2778193"/>
            <a:chOff x="0" y="0"/>
            <a:chExt cx="1866313" cy="771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6313" cy="771720"/>
            </a:xfrm>
            <a:custGeom>
              <a:avLst/>
              <a:gdLst/>
              <a:ahLst/>
              <a:cxnLst/>
              <a:rect r="r" b="b" t="t" l="l"/>
              <a:pathLst>
                <a:path h="771720" w="1866313">
                  <a:moveTo>
                    <a:pt x="55310" y="0"/>
                  </a:moveTo>
                  <a:lnTo>
                    <a:pt x="1811003" y="0"/>
                  </a:lnTo>
                  <a:cubicBezTo>
                    <a:pt x="1841550" y="0"/>
                    <a:pt x="1866313" y="24763"/>
                    <a:pt x="1866313" y="55310"/>
                  </a:cubicBezTo>
                  <a:lnTo>
                    <a:pt x="1866313" y="716410"/>
                  </a:lnTo>
                  <a:cubicBezTo>
                    <a:pt x="1866313" y="746957"/>
                    <a:pt x="1841550" y="771720"/>
                    <a:pt x="1811003" y="771720"/>
                  </a:cubicBezTo>
                  <a:lnTo>
                    <a:pt x="55310" y="771720"/>
                  </a:lnTo>
                  <a:cubicBezTo>
                    <a:pt x="24763" y="771720"/>
                    <a:pt x="0" y="746957"/>
                    <a:pt x="0" y="716410"/>
                  </a:cubicBezTo>
                  <a:lnTo>
                    <a:pt x="0" y="55310"/>
                  </a:lnTo>
                  <a:cubicBezTo>
                    <a:pt x="0" y="24763"/>
                    <a:pt x="24763" y="0"/>
                    <a:pt x="55310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66313" cy="80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3991" y="8665442"/>
            <a:ext cx="994171" cy="238970"/>
            <a:chOff x="0" y="0"/>
            <a:chExt cx="276159" cy="663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813991" y="8904412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-10800000">
            <a:off x="15746930" y="8646392"/>
            <a:ext cx="907930" cy="238970"/>
            <a:chOff x="0" y="0"/>
            <a:chExt cx="252203" cy="663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13418593" y="8885362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756205" y="5630832"/>
            <a:ext cx="6718726" cy="2778193"/>
            <a:chOff x="0" y="0"/>
            <a:chExt cx="1866313" cy="771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66313" cy="771720"/>
            </a:xfrm>
            <a:custGeom>
              <a:avLst/>
              <a:gdLst/>
              <a:ahLst/>
              <a:cxnLst/>
              <a:rect r="r" b="b" t="t" l="l"/>
              <a:pathLst>
                <a:path h="771720" w="1866313">
                  <a:moveTo>
                    <a:pt x="55310" y="0"/>
                  </a:moveTo>
                  <a:lnTo>
                    <a:pt x="1811003" y="0"/>
                  </a:lnTo>
                  <a:cubicBezTo>
                    <a:pt x="1841550" y="0"/>
                    <a:pt x="1866313" y="24763"/>
                    <a:pt x="1866313" y="55310"/>
                  </a:cubicBezTo>
                  <a:lnTo>
                    <a:pt x="1866313" y="716410"/>
                  </a:lnTo>
                  <a:cubicBezTo>
                    <a:pt x="1866313" y="746957"/>
                    <a:pt x="1841550" y="771720"/>
                    <a:pt x="1811003" y="771720"/>
                  </a:cubicBezTo>
                  <a:lnTo>
                    <a:pt x="55310" y="771720"/>
                  </a:lnTo>
                  <a:cubicBezTo>
                    <a:pt x="24763" y="771720"/>
                    <a:pt x="0" y="746957"/>
                    <a:pt x="0" y="716410"/>
                  </a:cubicBezTo>
                  <a:lnTo>
                    <a:pt x="0" y="55310"/>
                  </a:lnTo>
                  <a:cubicBezTo>
                    <a:pt x="0" y="24763"/>
                    <a:pt x="24763" y="0"/>
                    <a:pt x="55310" y="0"/>
                  </a:cubicBezTo>
                  <a:close/>
                </a:path>
              </a:pathLst>
            </a:custGeom>
            <a:solidFill>
              <a:srgbClr val="5170FF">
                <a:alpha val="4000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66313" cy="80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068755" y="1945801"/>
            <a:ext cx="3556847" cy="3512247"/>
          </a:xfrm>
          <a:custGeom>
            <a:avLst/>
            <a:gdLst/>
            <a:ahLst/>
            <a:cxnLst/>
            <a:rect r="r" b="b" t="t" l="l"/>
            <a:pathLst>
              <a:path h="3512247" w="3556847">
                <a:moveTo>
                  <a:pt x="0" y="0"/>
                </a:moveTo>
                <a:lnTo>
                  <a:pt x="3556847" y="0"/>
                </a:lnTo>
                <a:lnTo>
                  <a:pt x="3556847" y="3512246"/>
                </a:lnTo>
                <a:lnTo>
                  <a:pt x="0" y="35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rnd">
            <a:solidFill>
              <a:srgbClr val="E25D57"/>
            </a:solidFill>
            <a:prstDash val="solid"/>
            <a:round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242956" y="1945801"/>
            <a:ext cx="3745223" cy="3518977"/>
          </a:xfrm>
          <a:custGeom>
            <a:avLst/>
            <a:gdLst/>
            <a:ahLst/>
            <a:cxnLst/>
            <a:rect r="r" b="b" t="t" l="l"/>
            <a:pathLst>
              <a:path h="3518977" w="3745223">
                <a:moveTo>
                  <a:pt x="0" y="0"/>
                </a:moveTo>
                <a:lnTo>
                  <a:pt x="3745224" y="0"/>
                </a:lnTo>
                <a:lnTo>
                  <a:pt x="3745224" y="3518977"/>
                </a:lnTo>
                <a:lnTo>
                  <a:pt x="0" y="3518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30" t="0" r="-6444" b="0"/>
            </a:stretch>
          </a:blipFill>
          <a:ln w="57150" cap="rnd">
            <a:solidFill>
              <a:srgbClr val="E25D57"/>
            </a:solidFill>
            <a:prstDash val="solid"/>
            <a:round/>
          </a:ln>
        </p:spPr>
      </p:sp>
      <p:sp>
        <p:nvSpPr>
          <p:cNvPr name="TextBox 20" id="20"/>
          <p:cNvSpPr txBox="true"/>
          <p:nvPr/>
        </p:nvSpPr>
        <p:spPr>
          <a:xfrm rot="0">
            <a:off x="897852" y="667745"/>
            <a:ext cx="15679499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Dica 5: Pratique “Desplugado”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32081" y="5894926"/>
            <a:ext cx="6031084" cy="228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33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Nosso cerebro aprende por metodos de esfoço para consolidar o estudo. Não abandone os metodos cognitivos de repetição.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00026" y="5894926"/>
            <a:ext cx="6031084" cy="230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038" indent="-366519" lvl="1">
              <a:lnSpc>
                <a:spcPts val="3632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escrever sobre o conteúdo,</a:t>
            </a:r>
          </a:p>
          <a:p>
            <a:pPr algn="l" marL="733038" indent="-366519" lvl="1">
              <a:lnSpc>
                <a:spcPts val="3632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reler,</a:t>
            </a:r>
          </a:p>
          <a:p>
            <a:pPr algn="l" marL="733038" indent="-366519" lvl="1">
              <a:lnSpc>
                <a:spcPts val="3632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responder perguntas,</a:t>
            </a:r>
          </a:p>
          <a:p>
            <a:pPr algn="l" marL="733038" indent="-366519" lvl="1">
              <a:lnSpc>
                <a:spcPts val="3632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testar a memória.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31716" y="1831873"/>
            <a:ext cx="9205418" cy="6013043"/>
          </a:xfrm>
          <a:custGeom>
            <a:avLst/>
            <a:gdLst/>
            <a:ahLst/>
            <a:cxnLst/>
            <a:rect r="r" b="b" t="t" l="l"/>
            <a:pathLst>
              <a:path h="6013043" w="9205418">
                <a:moveTo>
                  <a:pt x="0" y="0"/>
                </a:moveTo>
                <a:lnTo>
                  <a:pt x="9205418" y="0"/>
                </a:lnTo>
                <a:lnTo>
                  <a:pt x="9205418" y="6013043"/>
                </a:lnTo>
                <a:lnTo>
                  <a:pt x="0" y="6013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164" t="-27366" r="-39399" b="-25376"/>
            </a:stretch>
          </a:blipFill>
          <a:ln w="57150" cap="rnd">
            <a:solidFill>
              <a:srgbClr val="E25D57"/>
            </a:solidFill>
            <a:prstDash val="solid"/>
            <a:round/>
          </a:ln>
        </p:spPr>
      </p:sp>
      <p:sp>
        <p:nvSpPr>
          <p:cNvPr name="AutoShape 3" id="3"/>
          <p:cNvSpPr/>
          <p:nvPr/>
        </p:nvSpPr>
        <p:spPr>
          <a:xfrm flipV="true">
            <a:off x="894777" y="1563013"/>
            <a:ext cx="15518130" cy="0"/>
          </a:xfrm>
          <a:prstGeom prst="line">
            <a:avLst/>
          </a:prstGeom>
          <a:ln cap="flat" w="5715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97852" y="667745"/>
            <a:ext cx="15679499" cy="8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o mercado vai buscar?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57659" y="4486809"/>
            <a:ext cx="3037639" cy="81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99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Domínio da máquina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7953" y="4293411"/>
            <a:ext cx="3037639" cy="12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99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Domínio Humano</a:t>
            </a:r>
          </a:p>
          <a:p>
            <a:pPr algn="ctr">
              <a:lnSpc>
                <a:spcPts val="3205"/>
              </a:lnSpc>
            </a:pPr>
            <a:r>
              <a:rPr lang="en-US" sz="29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(Diferencial)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18782" y="4493436"/>
            <a:ext cx="3037639" cy="8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99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Profissional eficiente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6568" y="4055331"/>
            <a:ext cx="2522698" cy="160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23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Resposta rápida, processamento de dados, automações, tarefas triviais.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0209" y="3773187"/>
            <a:ext cx="2522698" cy="224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23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Controle de pensamento crítico e ética, capacidade de desenvolver, inteligência assertiva.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0177" y="8123301"/>
            <a:ext cx="12914849" cy="64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3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mercado não vai substituir profissionais, ele irá preferir os que se adaptam. Apenas se manter de um lado significa benefícios de apenas um lado também.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991" y="8665442"/>
            <a:ext cx="994171" cy="238970"/>
            <a:chOff x="0" y="0"/>
            <a:chExt cx="276159" cy="663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13991" y="8904412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-10800000">
            <a:off x="15746930" y="8646392"/>
            <a:ext cx="907930" cy="238970"/>
            <a:chOff x="0" y="0"/>
            <a:chExt cx="252203" cy="66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13418593" y="8885362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991" y="8665442"/>
            <a:ext cx="994171" cy="238970"/>
            <a:chOff x="0" y="0"/>
            <a:chExt cx="276159" cy="66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13991" y="8904412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-10800000">
            <a:off x="15746930" y="8646392"/>
            <a:ext cx="907930" cy="238970"/>
            <a:chOff x="0" y="0"/>
            <a:chExt cx="252203" cy="663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13418593" y="8885362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17167" y="717340"/>
            <a:ext cx="994171" cy="238970"/>
            <a:chOff x="0" y="0"/>
            <a:chExt cx="276159" cy="663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6159" cy="66381"/>
            </a:xfrm>
            <a:custGeom>
              <a:avLst/>
              <a:gdLst/>
              <a:ahLst/>
              <a:cxnLst/>
              <a:rect r="r" b="b" t="t" l="l"/>
              <a:pathLst>
                <a:path h="66381" w="276159">
                  <a:moveTo>
                    <a:pt x="0" y="0"/>
                  </a:moveTo>
                  <a:lnTo>
                    <a:pt x="276159" y="0"/>
                  </a:lnTo>
                  <a:lnTo>
                    <a:pt x="276159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6159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17167" y="956310"/>
            <a:ext cx="3543669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-10800000">
            <a:off x="15750106" y="698290"/>
            <a:ext cx="907930" cy="238970"/>
            <a:chOff x="0" y="0"/>
            <a:chExt cx="252203" cy="663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2203" cy="66381"/>
            </a:xfrm>
            <a:custGeom>
              <a:avLst/>
              <a:gdLst/>
              <a:ahLst/>
              <a:cxnLst/>
              <a:rect r="r" b="b" t="t" l="l"/>
              <a:pathLst>
                <a:path h="66381" w="252203">
                  <a:moveTo>
                    <a:pt x="0" y="0"/>
                  </a:moveTo>
                  <a:lnTo>
                    <a:pt x="252203" y="0"/>
                  </a:lnTo>
                  <a:lnTo>
                    <a:pt x="252203" y="66381"/>
                  </a:lnTo>
                  <a:lnTo>
                    <a:pt x="0" y="66381"/>
                  </a:lnTo>
                  <a:close/>
                </a:path>
              </a:pathLst>
            </a:custGeom>
            <a:solidFill>
              <a:srgbClr val="515C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2203" cy="10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>
            <a:off x="13421769" y="937260"/>
            <a:ext cx="3236267" cy="0"/>
          </a:xfrm>
          <a:prstGeom prst="line">
            <a:avLst/>
          </a:prstGeom>
          <a:ln cap="flat" w="38100">
            <a:solidFill>
              <a:srgbClr val="515C6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6877000" y="4809077"/>
            <a:ext cx="3714850" cy="3714850"/>
          </a:xfrm>
          <a:custGeom>
            <a:avLst/>
            <a:gdLst/>
            <a:ahLst/>
            <a:cxnLst/>
            <a:rect r="r" b="b" t="t" l="l"/>
            <a:pathLst>
              <a:path h="3714850" w="3714850">
                <a:moveTo>
                  <a:pt x="0" y="0"/>
                </a:moveTo>
                <a:lnTo>
                  <a:pt x="3714850" y="0"/>
                </a:lnTo>
                <a:lnTo>
                  <a:pt x="3714850" y="3714850"/>
                </a:lnTo>
                <a:lnTo>
                  <a:pt x="0" y="3714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052376" y="1535344"/>
            <a:ext cx="11364098" cy="349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Sua Mente é o Melhor Algoritmo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27509" y="8113497"/>
            <a:ext cx="6620185" cy="41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98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Obrigado! Boa Sorte em sua jornada!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DAHJYPyVAGo</dc:identifier>
  <dcterms:modified xsi:type="dcterms:W3CDTF">2011-08-01T06:04:30Z</dcterms:modified>
  <cp:revision>1</cp:revision>
  <dc:title>Apresentação-Oficina.pdf</dc:title>
</cp:coreProperties>
</file>